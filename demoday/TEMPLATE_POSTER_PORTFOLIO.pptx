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6" r:id="rId2"/>
  </p:sldIdLst>
  <p:sldSz cx="28803600" cy="34204275"/>
  <p:notesSz cx="6908800" cy="11938000"/>
  <p:defaultTextStyle>
    <a:defPPr>
      <a:defRPr lang="en-US"/>
    </a:defPPr>
    <a:lvl1pPr algn="l" rtl="0" eaLnBrk="0" fontAlgn="base" hangingPunct="0">
      <a:spcBef>
        <a:spcPct val="0"/>
      </a:spcBef>
      <a:spcAft>
        <a:spcPct val="0"/>
      </a:spcAft>
      <a:defRPr sz="1700" kern="1200">
        <a:solidFill>
          <a:schemeClr val="tx1"/>
        </a:solidFill>
        <a:latin typeface="Times New Roman" panose="02020603050405020304" pitchFamily="18" charset="0"/>
        <a:ea typeface="+mn-ea"/>
        <a:cs typeface="+mn-cs"/>
      </a:defRPr>
    </a:lvl1pPr>
    <a:lvl2pPr marL="420688" indent="36513" algn="l" rtl="0" eaLnBrk="0" fontAlgn="base" hangingPunct="0">
      <a:spcBef>
        <a:spcPct val="0"/>
      </a:spcBef>
      <a:spcAft>
        <a:spcPct val="0"/>
      </a:spcAft>
      <a:defRPr sz="1700" kern="1200">
        <a:solidFill>
          <a:schemeClr val="tx1"/>
        </a:solidFill>
        <a:latin typeface="Times New Roman" panose="02020603050405020304" pitchFamily="18" charset="0"/>
        <a:ea typeface="+mn-ea"/>
        <a:cs typeface="+mn-cs"/>
      </a:defRPr>
    </a:lvl2pPr>
    <a:lvl3pPr marL="841375" indent="73025" algn="l" rtl="0" eaLnBrk="0" fontAlgn="base" hangingPunct="0">
      <a:spcBef>
        <a:spcPct val="0"/>
      </a:spcBef>
      <a:spcAft>
        <a:spcPct val="0"/>
      </a:spcAft>
      <a:defRPr sz="1700" kern="1200">
        <a:solidFill>
          <a:schemeClr val="tx1"/>
        </a:solidFill>
        <a:latin typeface="Times New Roman" panose="02020603050405020304" pitchFamily="18" charset="0"/>
        <a:ea typeface="+mn-ea"/>
        <a:cs typeface="+mn-cs"/>
      </a:defRPr>
    </a:lvl3pPr>
    <a:lvl4pPr marL="1262063" indent="109538" algn="l" rtl="0" eaLnBrk="0" fontAlgn="base" hangingPunct="0">
      <a:spcBef>
        <a:spcPct val="0"/>
      </a:spcBef>
      <a:spcAft>
        <a:spcPct val="0"/>
      </a:spcAft>
      <a:defRPr sz="1700" kern="1200">
        <a:solidFill>
          <a:schemeClr val="tx1"/>
        </a:solidFill>
        <a:latin typeface="Times New Roman" panose="02020603050405020304" pitchFamily="18" charset="0"/>
        <a:ea typeface="+mn-ea"/>
        <a:cs typeface="+mn-cs"/>
      </a:defRPr>
    </a:lvl4pPr>
    <a:lvl5pPr marL="1682750" indent="146050" algn="l" rtl="0" eaLnBrk="0" fontAlgn="base" hangingPunct="0">
      <a:spcBef>
        <a:spcPct val="0"/>
      </a:spcBef>
      <a:spcAft>
        <a:spcPct val="0"/>
      </a:spcAft>
      <a:defRPr sz="1700" kern="1200">
        <a:solidFill>
          <a:schemeClr val="tx1"/>
        </a:solidFill>
        <a:latin typeface="Times New Roman" panose="02020603050405020304" pitchFamily="18" charset="0"/>
        <a:ea typeface="+mn-ea"/>
        <a:cs typeface="+mn-cs"/>
      </a:defRPr>
    </a:lvl5pPr>
    <a:lvl6pPr marL="2286000" algn="l" defTabSz="914400" rtl="0" eaLnBrk="1" latinLnBrk="0" hangingPunct="1">
      <a:defRPr sz="1700" kern="1200">
        <a:solidFill>
          <a:schemeClr val="tx1"/>
        </a:solidFill>
        <a:latin typeface="Times New Roman" panose="02020603050405020304" pitchFamily="18" charset="0"/>
        <a:ea typeface="+mn-ea"/>
        <a:cs typeface="+mn-cs"/>
      </a:defRPr>
    </a:lvl6pPr>
    <a:lvl7pPr marL="2743200" algn="l" defTabSz="914400" rtl="0" eaLnBrk="1" latinLnBrk="0" hangingPunct="1">
      <a:defRPr sz="1700" kern="1200">
        <a:solidFill>
          <a:schemeClr val="tx1"/>
        </a:solidFill>
        <a:latin typeface="Times New Roman" panose="02020603050405020304" pitchFamily="18" charset="0"/>
        <a:ea typeface="+mn-ea"/>
        <a:cs typeface="+mn-cs"/>
      </a:defRPr>
    </a:lvl7pPr>
    <a:lvl8pPr marL="3200400" algn="l" defTabSz="914400" rtl="0" eaLnBrk="1" latinLnBrk="0" hangingPunct="1">
      <a:defRPr sz="1700" kern="1200">
        <a:solidFill>
          <a:schemeClr val="tx1"/>
        </a:solidFill>
        <a:latin typeface="Times New Roman" panose="02020603050405020304" pitchFamily="18" charset="0"/>
        <a:ea typeface="+mn-ea"/>
        <a:cs typeface="+mn-cs"/>
      </a:defRPr>
    </a:lvl8pPr>
    <a:lvl9pPr marL="3657600" algn="l" defTabSz="914400" rtl="0" eaLnBrk="1" latinLnBrk="0" hangingPunct="1">
      <a:defRPr sz="17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0773">
          <p15:clr>
            <a:srgbClr val="A4A3A4"/>
          </p15:clr>
        </p15:guide>
        <p15:guide id="2" pos="90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CCFF"/>
    <a:srgbClr val="4D4D4D"/>
    <a:srgbClr val="003300"/>
    <a:srgbClr val="FF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59ECB-86AF-21F3-03DE-7E517CD611D2}" v="49" dt="2025-11-04T18:04:28.461"/>
    <p1510:client id="{58C6EE7E-89B4-DFE0-9EED-FC53595E0AD6}" v="334" dt="2025-11-04T18:24:54.848"/>
    <p1510:client id="{F84A0A37-0B50-B687-A869-643C2D8F177B}" v="2360" dt="2025-11-04T17:59:36.249"/>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94660" autoAdjust="0"/>
  </p:normalViewPr>
  <p:slideViewPr>
    <p:cSldViewPr>
      <p:cViewPr>
        <p:scale>
          <a:sx n="37" d="100"/>
          <a:sy n="37" d="100"/>
        </p:scale>
        <p:origin x="-546" y="-114"/>
      </p:cViewPr>
      <p:guideLst>
        <p:guide orient="horz" pos="10773"/>
        <p:guide pos="90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3AB3FA6-7D0D-68FA-B6E1-F43A5E992199}"/>
              </a:ext>
            </a:extLst>
          </p:cNvPr>
          <p:cNvSpPr>
            <a:spLocks noGrp="1" noChangeArrowheads="1"/>
          </p:cNvSpPr>
          <p:nvPr>
            <p:ph type="hdr" sz="quarter"/>
          </p:nvPr>
        </p:nvSpPr>
        <p:spPr bwMode="auto">
          <a:xfrm>
            <a:off x="0" y="0"/>
            <a:ext cx="2994025" cy="571500"/>
          </a:xfrm>
          <a:prstGeom prst="rect">
            <a:avLst/>
          </a:prstGeom>
          <a:noFill/>
          <a:ln>
            <a:noFill/>
          </a:ln>
          <a:effectLst/>
        </p:spPr>
        <p:txBody>
          <a:bodyPr vert="horz" wrap="square" lIns="103775" tIns="51888" rIns="103775" bIns="51888" numCol="1" anchor="t" anchorCtr="0" compatLnSpc="1">
            <a:prstTxWarp prst="textNoShape">
              <a:avLst/>
            </a:prstTxWarp>
          </a:bodyPr>
          <a:lstStyle>
            <a:lvl1pPr>
              <a:defRPr sz="1400"/>
            </a:lvl1pPr>
          </a:lstStyle>
          <a:p>
            <a:pPr>
              <a:defRPr/>
            </a:pPr>
            <a:endParaRPr lang="pt-BR"/>
          </a:p>
        </p:txBody>
      </p:sp>
      <p:sp>
        <p:nvSpPr>
          <p:cNvPr id="5123" name="Rectangle 3">
            <a:extLst>
              <a:ext uri="{FF2B5EF4-FFF2-40B4-BE49-F238E27FC236}">
                <a16:creationId xmlns:a16="http://schemas.microsoft.com/office/drawing/2014/main" id="{CABAF7EC-06A4-7935-43FD-1C532CCA7ACB}"/>
              </a:ext>
            </a:extLst>
          </p:cNvPr>
          <p:cNvSpPr>
            <a:spLocks noGrp="1" noChangeArrowheads="1"/>
          </p:cNvSpPr>
          <p:nvPr>
            <p:ph type="dt" sz="quarter" idx="1"/>
          </p:nvPr>
        </p:nvSpPr>
        <p:spPr bwMode="auto">
          <a:xfrm>
            <a:off x="3914775" y="0"/>
            <a:ext cx="2994025" cy="571500"/>
          </a:xfrm>
          <a:prstGeom prst="rect">
            <a:avLst/>
          </a:prstGeom>
          <a:noFill/>
          <a:ln>
            <a:noFill/>
          </a:ln>
          <a:effectLst/>
        </p:spPr>
        <p:txBody>
          <a:bodyPr vert="horz" wrap="square" lIns="103775" tIns="51888" rIns="103775" bIns="51888" numCol="1" anchor="t" anchorCtr="0" compatLnSpc="1">
            <a:prstTxWarp prst="textNoShape">
              <a:avLst/>
            </a:prstTxWarp>
          </a:bodyPr>
          <a:lstStyle>
            <a:lvl1pPr algn="r">
              <a:defRPr sz="1400"/>
            </a:lvl1pPr>
          </a:lstStyle>
          <a:p>
            <a:pPr>
              <a:defRPr/>
            </a:pPr>
            <a:endParaRPr lang="pt-BR"/>
          </a:p>
        </p:txBody>
      </p:sp>
      <p:sp>
        <p:nvSpPr>
          <p:cNvPr id="5124" name="Rectangle 4">
            <a:extLst>
              <a:ext uri="{FF2B5EF4-FFF2-40B4-BE49-F238E27FC236}">
                <a16:creationId xmlns:a16="http://schemas.microsoft.com/office/drawing/2014/main" id="{D44228E5-797C-EE17-2331-C9EA21F94B32}"/>
              </a:ext>
            </a:extLst>
          </p:cNvPr>
          <p:cNvSpPr>
            <a:spLocks noGrp="1" noChangeArrowheads="1"/>
          </p:cNvSpPr>
          <p:nvPr>
            <p:ph type="ftr" sz="quarter" idx="2"/>
          </p:nvPr>
        </p:nvSpPr>
        <p:spPr bwMode="auto">
          <a:xfrm>
            <a:off x="0" y="11328400"/>
            <a:ext cx="2994025" cy="573088"/>
          </a:xfrm>
          <a:prstGeom prst="rect">
            <a:avLst/>
          </a:prstGeom>
          <a:noFill/>
          <a:ln>
            <a:noFill/>
          </a:ln>
          <a:effectLst/>
        </p:spPr>
        <p:txBody>
          <a:bodyPr vert="horz" wrap="square" lIns="103775" tIns="51888" rIns="103775" bIns="51888" numCol="1" anchor="b" anchorCtr="0" compatLnSpc="1">
            <a:prstTxWarp prst="textNoShape">
              <a:avLst/>
            </a:prstTxWarp>
          </a:bodyPr>
          <a:lstStyle>
            <a:lvl1pPr>
              <a:defRPr sz="1400"/>
            </a:lvl1pPr>
          </a:lstStyle>
          <a:p>
            <a:pPr>
              <a:defRPr/>
            </a:pPr>
            <a:endParaRPr lang="pt-BR"/>
          </a:p>
        </p:txBody>
      </p:sp>
      <p:sp>
        <p:nvSpPr>
          <p:cNvPr id="5125" name="Rectangle 5">
            <a:extLst>
              <a:ext uri="{FF2B5EF4-FFF2-40B4-BE49-F238E27FC236}">
                <a16:creationId xmlns:a16="http://schemas.microsoft.com/office/drawing/2014/main" id="{623CBD06-717C-9C93-99B1-E7C953716804}"/>
              </a:ext>
            </a:extLst>
          </p:cNvPr>
          <p:cNvSpPr>
            <a:spLocks noGrp="1" noChangeArrowheads="1"/>
          </p:cNvSpPr>
          <p:nvPr>
            <p:ph type="sldNum" sz="quarter" idx="3"/>
          </p:nvPr>
        </p:nvSpPr>
        <p:spPr bwMode="auto">
          <a:xfrm>
            <a:off x="3914775" y="11328400"/>
            <a:ext cx="2994025" cy="573088"/>
          </a:xfrm>
          <a:prstGeom prst="rect">
            <a:avLst/>
          </a:prstGeom>
          <a:noFill/>
          <a:ln>
            <a:noFill/>
          </a:ln>
          <a:effectLst/>
        </p:spPr>
        <p:txBody>
          <a:bodyPr vert="horz" wrap="square" lIns="103775" tIns="51888" rIns="103775" bIns="51888" numCol="1" anchor="b" anchorCtr="0" compatLnSpc="1">
            <a:prstTxWarp prst="textNoShape">
              <a:avLst/>
            </a:prstTxWarp>
          </a:bodyPr>
          <a:lstStyle>
            <a:lvl1pPr algn="r">
              <a:defRPr sz="1400"/>
            </a:lvl1pPr>
          </a:lstStyle>
          <a:p>
            <a:fld id="{851698A2-AA92-4CFD-90A1-89C03C9B1731}" type="slidenum">
              <a:rPr lang="pt-BR" altLang="pt-BR"/>
              <a:pPr/>
              <a:t>‹nº›</a:t>
            </a:fld>
            <a:endParaRPr lang="pt-BR" alt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DABCB1-BD02-317F-2875-952BD4DA83C6}"/>
              </a:ext>
            </a:extLst>
          </p:cNvPr>
          <p:cNvSpPr>
            <a:spLocks noGrp="1" noChangeArrowheads="1"/>
          </p:cNvSpPr>
          <p:nvPr>
            <p:ph type="hdr" sz="quarter"/>
          </p:nvPr>
        </p:nvSpPr>
        <p:spPr bwMode="auto">
          <a:xfrm>
            <a:off x="0" y="0"/>
            <a:ext cx="2994025" cy="598488"/>
          </a:xfrm>
          <a:prstGeom prst="rect">
            <a:avLst/>
          </a:prstGeom>
          <a:noFill/>
          <a:ln>
            <a:noFill/>
          </a:ln>
          <a:effectLst/>
        </p:spPr>
        <p:txBody>
          <a:bodyPr vert="horz" wrap="square" lIns="103775" tIns="51888" rIns="103775" bIns="51888" numCol="1" anchor="t" anchorCtr="0" compatLnSpc="1">
            <a:prstTxWarp prst="textNoShape">
              <a:avLst/>
            </a:prstTxWarp>
          </a:bodyPr>
          <a:lstStyle>
            <a:lvl1pPr>
              <a:defRPr sz="1400"/>
            </a:lvl1pPr>
          </a:lstStyle>
          <a:p>
            <a:pPr>
              <a:defRPr/>
            </a:pPr>
            <a:endParaRPr lang="en-US"/>
          </a:p>
        </p:txBody>
      </p:sp>
      <p:sp>
        <p:nvSpPr>
          <p:cNvPr id="2051" name="Rectangle 3">
            <a:extLst>
              <a:ext uri="{FF2B5EF4-FFF2-40B4-BE49-F238E27FC236}">
                <a16:creationId xmlns:a16="http://schemas.microsoft.com/office/drawing/2014/main" id="{4567BBC4-722B-D925-A493-5AE24C98F210}"/>
              </a:ext>
            </a:extLst>
          </p:cNvPr>
          <p:cNvSpPr>
            <a:spLocks noGrp="1" noChangeArrowheads="1"/>
          </p:cNvSpPr>
          <p:nvPr>
            <p:ph type="dt" idx="1"/>
          </p:nvPr>
        </p:nvSpPr>
        <p:spPr bwMode="auto">
          <a:xfrm>
            <a:off x="3914775" y="0"/>
            <a:ext cx="2994025" cy="598488"/>
          </a:xfrm>
          <a:prstGeom prst="rect">
            <a:avLst/>
          </a:prstGeom>
          <a:noFill/>
          <a:ln>
            <a:noFill/>
          </a:ln>
          <a:effectLst/>
        </p:spPr>
        <p:txBody>
          <a:bodyPr vert="horz" wrap="square" lIns="103775" tIns="51888" rIns="103775" bIns="51888" numCol="1" anchor="t" anchorCtr="0" compatLnSpc="1">
            <a:prstTxWarp prst="textNoShape">
              <a:avLst/>
            </a:prstTxWarp>
          </a:bodyPr>
          <a:lstStyle>
            <a:lvl1pPr algn="r">
              <a:defRPr sz="1400"/>
            </a:lvl1pPr>
          </a:lstStyle>
          <a:p>
            <a:pPr>
              <a:defRPr/>
            </a:pPr>
            <a:endParaRPr lang="en-US"/>
          </a:p>
        </p:txBody>
      </p:sp>
      <p:sp>
        <p:nvSpPr>
          <p:cNvPr id="3076" name="Rectangle 4">
            <a:extLst>
              <a:ext uri="{FF2B5EF4-FFF2-40B4-BE49-F238E27FC236}">
                <a16:creationId xmlns:a16="http://schemas.microsoft.com/office/drawing/2014/main" id="{5501C52D-CEC2-AD8F-7C45-1C9EC8F38F3A}"/>
              </a:ext>
            </a:extLst>
          </p:cNvPr>
          <p:cNvSpPr>
            <a:spLocks noGrp="1" noRot="1" noChangeAspect="1" noChangeArrowheads="1" noTextEdit="1"/>
          </p:cNvSpPr>
          <p:nvPr>
            <p:ph type="sldImg" idx="2"/>
          </p:nvPr>
        </p:nvSpPr>
        <p:spPr bwMode="auto">
          <a:xfrm>
            <a:off x="1568450" y="893763"/>
            <a:ext cx="3773488" cy="4479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a:extLst>
              <a:ext uri="{FF2B5EF4-FFF2-40B4-BE49-F238E27FC236}">
                <a16:creationId xmlns:a16="http://schemas.microsoft.com/office/drawing/2014/main" id="{E8514159-2CD7-5A86-E6CA-9BDB8CD8BA9A}"/>
              </a:ext>
            </a:extLst>
          </p:cNvPr>
          <p:cNvSpPr>
            <a:spLocks noGrp="1" noChangeArrowheads="1"/>
          </p:cNvSpPr>
          <p:nvPr>
            <p:ph type="body" sz="quarter" idx="3"/>
          </p:nvPr>
        </p:nvSpPr>
        <p:spPr bwMode="auto">
          <a:xfrm>
            <a:off x="922338" y="5672138"/>
            <a:ext cx="5064125" cy="5372100"/>
          </a:xfrm>
          <a:prstGeom prst="rect">
            <a:avLst/>
          </a:prstGeom>
          <a:noFill/>
          <a:ln>
            <a:noFill/>
          </a:ln>
          <a:effectLst/>
        </p:spPr>
        <p:txBody>
          <a:bodyPr vert="horz" wrap="square" lIns="103775" tIns="51888" rIns="103775" bIns="51888" numCol="1" anchor="t" anchorCtr="0" compatLnSpc="1">
            <a:prstTxWarp prst="textNoShape">
              <a:avLst/>
            </a:prstTxWarp>
          </a:bodyPr>
          <a:lstStyle/>
          <a:p>
            <a:pPr lvl="0"/>
            <a:r>
              <a:rPr lang="en-US" noProof="0"/>
              <a:t>Clique para editar os estilos do texto mestre</a:t>
            </a:r>
          </a:p>
          <a:p>
            <a:pPr lvl="1"/>
            <a:r>
              <a:rPr lang="en-US" noProof="0"/>
              <a:t>Segundo nível</a:t>
            </a:r>
          </a:p>
          <a:p>
            <a:pPr lvl="2"/>
            <a:r>
              <a:rPr lang="en-US" noProof="0"/>
              <a:t>Terceiro nível</a:t>
            </a:r>
          </a:p>
          <a:p>
            <a:pPr lvl="3"/>
            <a:r>
              <a:rPr lang="en-US" noProof="0"/>
              <a:t>Quarto nível</a:t>
            </a:r>
          </a:p>
          <a:p>
            <a:pPr lvl="4"/>
            <a:r>
              <a:rPr lang="en-US" noProof="0"/>
              <a:t>Quinto nível</a:t>
            </a:r>
          </a:p>
        </p:txBody>
      </p:sp>
      <p:sp>
        <p:nvSpPr>
          <p:cNvPr id="2054" name="Rectangle 6">
            <a:extLst>
              <a:ext uri="{FF2B5EF4-FFF2-40B4-BE49-F238E27FC236}">
                <a16:creationId xmlns:a16="http://schemas.microsoft.com/office/drawing/2014/main" id="{703D58B2-901D-02E9-1AED-26A1602E62EB}"/>
              </a:ext>
            </a:extLst>
          </p:cNvPr>
          <p:cNvSpPr>
            <a:spLocks noGrp="1" noChangeArrowheads="1"/>
          </p:cNvSpPr>
          <p:nvPr>
            <p:ph type="ftr" sz="quarter" idx="4"/>
          </p:nvPr>
        </p:nvSpPr>
        <p:spPr bwMode="auto">
          <a:xfrm>
            <a:off x="0" y="11339513"/>
            <a:ext cx="2994025" cy="598487"/>
          </a:xfrm>
          <a:prstGeom prst="rect">
            <a:avLst/>
          </a:prstGeom>
          <a:noFill/>
          <a:ln>
            <a:noFill/>
          </a:ln>
          <a:effectLst/>
        </p:spPr>
        <p:txBody>
          <a:bodyPr vert="horz" wrap="square" lIns="103775" tIns="51888" rIns="103775" bIns="51888" numCol="1" anchor="b" anchorCtr="0" compatLnSpc="1">
            <a:prstTxWarp prst="textNoShape">
              <a:avLst/>
            </a:prstTxWarp>
          </a:bodyPr>
          <a:lstStyle>
            <a:lvl1pPr>
              <a:defRPr sz="1400"/>
            </a:lvl1pPr>
          </a:lstStyle>
          <a:p>
            <a:pPr>
              <a:defRPr/>
            </a:pPr>
            <a:endParaRPr lang="en-US"/>
          </a:p>
        </p:txBody>
      </p:sp>
      <p:sp>
        <p:nvSpPr>
          <p:cNvPr id="2055" name="Rectangle 7">
            <a:extLst>
              <a:ext uri="{FF2B5EF4-FFF2-40B4-BE49-F238E27FC236}">
                <a16:creationId xmlns:a16="http://schemas.microsoft.com/office/drawing/2014/main" id="{5BAE65EE-7CCD-D960-E977-0B86DE07AAA5}"/>
              </a:ext>
            </a:extLst>
          </p:cNvPr>
          <p:cNvSpPr>
            <a:spLocks noGrp="1" noChangeArrowheads="1"/>
          </p:cNvSpPr>
          <p:nvPr>
            <p:ph type="sldNum" sz="quarter" idx="5"/>
          </p:nvPr>
        </p:nvSpPr>
        <p:spPr bwMode="auto">
          <a:xfrm>
            <a:off x="3914775" y="11339513"/>
            <a:ext cx="2994025" cy="598487"/>
          </a:xfrm>
          <a:prstGeom prst="rect">
            <a:avLst/>
          </a:prstGeom>
          <a:noFill/>
          <a:ln>
            <a:noFill/>
          </a:ln>
          <a:effectLst/>
        </p:spPr>
        <p:txBody>
          <a:bodyPr vert="horz" wrap="square" lIns="103775" tIns="51888" rIns="103775" bIns="51888" numCol="1" anchor="b" anchorCtr="0" compatLnSpc="1">
            <a:prstTxWarp prst="textNoShape">
              <a:avLst/>
            </a:prstTxWarp>
          </a:bodyPr>
          <a:lstStyle>
            <a:lvl1pPr algn="r">
              <a:defRPr sz="1400"/>
            </a:lvl1pPr>
          </a:lstStyle>
          <a:p>
            <a:fld id="{1C3618D8-B3B5-4BC2-8DFE-F765B802E86B}" type="slidenum">
              <a:rPr lang="en-US" altLang="pt-BR"/>
              <a:pPr/>
              <a:t>‹nº›</a:t>
            </a:fld>
            <a:endParaRPr lang="en-US" altLang="pt-B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00" kern="1200">
        <a:solidFill>
          <a:schemeClr val="tx1"/>
        </a:solidFill>
        <a:latin typeface="Times New Roman" pitchFamily="18" charset="0"/>
        <a:ea typeface="+mn-ea"/>
        <a:cs typeface="+mn-cs"/>
      </a:defRPr>
    </a:lvl1pPr>
    <a:lvl2pPr marL="420688" algn="l" rtl="0" eaLnBrk="0" fontAlgn="base" hangingPunct="0">
      <a:spcBef>
        <a:spcPct val="30000"/>
      </a:spcBef>
      <a:spcAft>
        <a:spcPct val="0"/>
      </a:spcAft>
      <a:defRPr sz="1100" kern="1200">
        <a:solidFill>
          <a:schemeClr val="tx1"/>
        </a:solidFill>
        <a:latin typeface="Times New Roman" pitchFamily="18" charset="0"/>
        <a:ea typeface="+mn-ea"/>
        <a:cs typeface="+mn-cs"/>
      </a:defRPr>
    </a:lvl2pPr>
    <a:lvl3pPr marL="841375" algn="l" rtl="0" eaLnBrk="0" fontAlgn="base" hangingPunct="0">
      <a:spcBef>
        <a:spcPct val="30000"/>
      </a:spcBef>
      <a:spcAft>
        <a:spcPct val="0"/>
      </a:spcAft>
      <a:defRPr sz="1100" kern="1200">
        <a:solidFill>
          <a:schemeClr val="tx1"/>
        </a:solidFill>
        <a:latin typeface="Times New Roman" pitchFamily="18" charset="0"/>
        <a:ea typeface="+mn-ea"/>
        <a:cs typeface="+mn-cs"/>
      </a:defRPr>
    </a:lvl3pPr>
    <a:lvl4pPr marL="1262063" algn="l" rtl="0" eaLnBrk="0" fontAlgn="base" hangingPunct="0">
      <a:spcBef>
        <a:spcPct val="30000"/>
      </a:spcBef>
      <a:spcAft>
        <a:spcPct val="0"/>
      </a:spcAft>
      <a:defRPr sz="1100" kern="1200">
        <a:solidFill>
          <a:schemeClr val="tx1"/>
        </a:solidFill>
        <a:latin typeface="Times New Roman" pitchFamily="18" charset="0"/>
        <a:ea typeface="+mn-ea"/>
        <a:cs typeface="+mn-cs"/>
      </a:defRPr>
    </a:lvl4pPr>
    <a:lvl5pPr marL="1682750" algn="l" rtl="0" eaLnBrk="0" fontAlgn="base" hangingPunct="0">
      <a:spcBef>
        <a:spcPct val="30000"/>
      </a:spcBef>
      <a:spcAft>
        <a:spcPct val="0"/>
      </a:spcAft>
      <a:defRPr sz="1100" kern="1200">
        <a:solidFill>
          <a:schemeClr val="tx1"/>
        </a:solidFill>
        <a:latin typeface="Times New Roman" pitchFamily="18" charset="0"/>
        <a:ea typeface="+mn-ea"/>
        <a:cs typeface="+mn-cs"/>
      </a:defRPr>
    </a:lvl5pPr>
    <a:lvl6pPr marL="2105406" algn="l" defTabSz="842162" rtl="0" eaLnBrk="1" latinLnBrk="0" hangingPunct="1">
      <a:defRPr sz="1100" kern="1200">
        <a:solidFill>
          <a:schemeClr val="tx1"/>
        </a:solidFill>
        <a:latin typeface="+mn-lt"/>
        <a:ea typeface="+mn-ea"/>
        <a:cs typeface="+mn-cs"/>
      </a:defRPr>
    </a:lvl6pPr>
    <a:lvl7pPr marL="2526487" algn="l" defTabSz="842162" rtl="0" eaLnBrk="1" latinLnBrk="0" hangingPunct="1">
      <a:defRPr sz="1100" kern="1200">
        <a:solidFill>
          <a:schemeClr val="tx1"/>
        </a:solidFill>
        <a:latin typeface="+mn-lt"/>
        <a:ea typeface="+mn-ea"/>
        <a:cs typeface="+mn-cs"/>
      </a:defRPr>
    </a:lvl7pPr>
    <a:lvl8pPr marL="2947568" algn="l" defTabSz="842162" rtl="0" eaLnBrk="1" latinLnBrk="0" hangingPunct="1">
      <a:defRPr sz="1100" kern="1200">
        <a:solidFill>
          <a:schemeClr val="tx1"/>
        </a:solidFill>
        <a:latin typeface="+mn-lt"/>
        <a:ea typeface="+mn-ea"/>
        <a:cs typeface="+mn-cs"/>
      </a:defRPr>
    </a:lvl8pPr>
    <a:lvl9pPr marL="3368650" algn="l" defTabSz="842162"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5AC9F3A3-0FBA-A059-2A2F-07E6733B7B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fld id="{04588F99-D8CC-45CD-8CF0-DFCF5D9F5E76}" type="slidenum">
              <a:rPr lang="en-US" altLang="pt-BR" sz="1400"/>
              <a:pPr/>
              <a:t>1</a:t>
            </a:fld>
            <a:endParaRPr lang="en-US" altLang="pt-BR" sz="1400"/>
          </a:p>
        </p:txBody>
      </p:sp>
      <p:sp>
        <p:nvSpPr>
          <p:cNvPr id="4099" name="Rectangle 2">
            <a:extLst>
              <a:ext uri="{FF2B5EF4-FFF2-40B4-BE49-F238E27FC236}">
                <a16:creationId xmlns:a16="http://schemas.microsoft.com/office/drawing/2014/main" id="{8F6A367C-F9D0-A50C-0BB9-87F2B43D525B}"/>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D71A0C1A-AF81-E1AC-1CB4-8044B290DC7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60411" y="10626001"/>
            <a:ext cx="24482779" cy="7330744"/>
          </a:xfrm>
        </p:spPr>
        <p:txBody>
          <a:bodyPr/>
          <a:lstStyle/>
          <a:p>
            <a:r>
              <a:rPr lang="pt-BR"/>
              <a:t>Clique para editar o título mestre</a:t>
            </a:r>
          </a:p>
        </p:txBody>
      </p:sp>
      <p:sp>
        <p:nvSpPr>
          <p:cNvPr id="3" name="Subtítulo 2"/>
          <p:cNvSpPr>
            <a:spLocks noGrp="1"/>
          </p:cNvSpPr>
          <p:nvPr>
            <p:ph type="subTitle" idx="1"/>
          </p:nvPr>
        </p:nvSpPr>
        <p:spPr>
          <a:xfrm>
            <a:off x="4320823" y="19381920"/>
            <a:ext cx="20161956" cy="8742098"/>
          </a:xfrm>
        </p:spPr>
        <p:txBody>
          <a:bodyPr/>
          <a:lstStyle>
            <a:lvl1pPr marL="0" indent="0" algn="ctr">
              <a:buNone/>
              <a:defRPr/>
            </a:lvl1pPr>
            <a:lvl2pPr marL="421081" indent="0" algn="ctr">
              <a:buNone/>
              <a:defRPr/>
            </a:lvl2pPr>
            <a:lvl3pPr marL="842162" indent="0" algn="ctr">
              <a:buNone/>
              <a:defRPr/>
            </a:lvl3pPr>
            <a:lvl4pPr marL="1263244" indent="0" algn="ctr">
              <a:buNone/>
              <a:defRPr/>
            </a:lvl4pPr>
            <a:lvl5pPr marL="1684325" indent="0" algn="ctr">
              <a:buNone/>
              <a:defRPr/>
            </a:lvl5pPr>
            <a:lvl6pPr marL="2105406" indent="0" algn="ctr">
              <a:buNone/>
              <a:defRPr/>
            </a:lvl6pPr>
            <a:lvl7pPr marL="2526487" indent="0" algn="ctr">
              <a:buNone/>
              <a:defRPr/>
            </a:lvl7pPr>
            <a:lvl8pPr marL="2947568" indent="0" algn="ctr">
              <a:buNone/>
              <a:defRPr/>
            </a:lvl8pPr>
            <a:lvl9pPr marL="3368650" indent="0" algn="ctr">
              <a:buNone/>
              <a:defRPr/>
            </a:lvl9pPr>
          </a:lstStyle>
          <a:p>
            <a:r>
              <a:rPr lang="pt-BR"/>
              <a:t>Clique para editar o estilo do subtítulo mestre</a:t>
            </a:r>
          </a:p>
        </p:txBody>
      </p:sp>
      <p:sp>
        <p:nvSpPr>
          <p:cNvPr id="4" name="Rectangle 4">
            <a:extLst>
              <a:ext uri="{FF2B5EF4-FFF2-40B4-BE49-F238E27FC236}">
                <a16:creationId xmlns:a16="http://schemas.microsoft.com/office/drawing/2014/main" id="{F657F9B8-191B-F93A-C651-81FFE5EAC6C6}"/>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7399309A-10B2-99F9-E462-13FD50246C7B}"/>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B39C1EC7-F4D0-26DE-6E8D-3172F37B11A1}"/>
              </a:ext>
            </a:extLst>
          </p:cNvPr>
          <p:cNvSpPr>
            <a:spLocks noGrp="1" noChangeArrowheads="1"/>
          </p:cNvSpPr>
          <p:nvPr>
            <p:ph type="sldNum" sz="quarter" idx="12"/>
          </p:nvPr>
        </p:nvSpPr>
        <p:spPr>
          <a:ln/>
        </p:spPr>
        <p:txBody>
          <a:bodyPr/>
          <a:lstStyle>
            <a:lvl1pPr>
              <a:defRPr/>
            </a:lvl1pPr>
          </a:lstStyle>
          <a:p>
            <a:fld id="{E60BA1EA-BF5B-44F7-B762-2D1B34085DB3}" type="slidenum">
              <a:rPr lang="en-US" altLang="pt-BR"/>
              <a:pPr/>
              <a:t>‹nº›</a:t>
            </a:fld>
            <a:endParaRPr lang="en-US" altLang="pt-BR"/>
          </a:p>
        </p:txBody>
      </p:sp>
    </p:spTree>
    <p:extLst>
      <p:ext uri="{BB962C8B-B14F-4D97-AF65-F5344CB8AC3E}">
        <p14:creationId xmlns:p14="http://schemas.microsoft.com/office/powerpoint/2010/main" val="1377747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B499C3A3-FF64-28BA-ED3B-AA1F302D7245}"/>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597F8A79-AC66-0BF1-E098-9B9E0AAED56A}"/>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730080F9-D488-6788-641D-57A5DB1DEEE3}"/>
              </a:ext>
            </a:extLst>
          </p:cNvPr>
          <p:cNvSpPr>
            <a:spLocks noGrp="1" noChangeArrowheads="1"/>
          </p:cNvSpPr>
          <p:nvPr>
            <p:ph type="sldNum" sz="quarter" idx="12"/>
          </p:nvPr>
        </p:nvSpPr>
        <p:spPr>
          <a:ln/>
        </p:spPr>
        <p:txBody>
          <a:bodyPr/>
          <a:lstStyle>
            <a:lvl1pPr>
              <a:defRPr/>
            </a:lvl1pPr>
          </a:lstStyle>
          <a:p>
            <a:fld id="{EDAA3195-5119-47DE-BE6F-B989843731DA}" type="slidenum">
              <a:rPr lang="en-US" altLang="pt-BR"/>
              <a:pPr/>
              <a:t>‹nº›</a:t>
            </a:fld>
            <a:endParaRPr lang="en-US" altLang="pt-BR"/>
          </a:p>
        </p:txBody>
      </p:sp>
    </p:spTree>
    <p:extLst>
      <p:ext uri="{BB962C8B-B14F-4D97-AF65-F5344CB8AC3E}">
        <p14:creationId xmlns:p14="http://schemas.microsoft.com/office/powerpoint/2010/main" val="124169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2274712" y="21979666"/>
            <a:ext cx="24484189" cy="6792846"/>
          </a:xfrm>
        </p:spPr>
        <p:txBody>
          <a:bodyPr anchor="t"/>
          <a:lstStyle>
            <a:lvl1pPr algn="l">
              <a:defRPr sz="3700" b="1" cap="all"/>
            </a:lvl1pPr>
          </a:lstStyle>
          <a:p>
            <a:r>
              <a:rPr lang="pt-BR"/>
              <a:t>Clique para editar o título mestre</a:t>
            </a:r>
          </a:p>
        </p:txBody>
      </p:sp>
      <p:sp>
        <p:nvSpPr>
          <p:cNvPr id="3" name="Espaço Reservado para Texto 2"/>
          <p:cNvSpPr>
            <a:spLocks noGrp="1"/>
          </p:cNvSpPr>
          <p:nvPr>
            <p:ph type="body" idx="1"/>
          </p:nvPr>
        </p:nvSpPr>
        <p:spPr>
          <a:xfrm>
            <a:off x="2274712" y="14496853"/>
            <a:ext cx="24484189" cy="7482814"/>
          </a:xfrm>
        </p:spPr>
        <p:txBody>
          <a:bodyPr anchor="b"/>
          <a:lstStyle>
            <a:lvl1pPr marL="0" indent="0">
              <a:buNone/>
              <a:defRPr sz="1800"/>
            </a:lvl1pPr>
            <a:lvl2pPr marL="421081" indent="0">
              <a:buNone/>
              <a:defRPr sz="1700"/>
            </a:lvl2pPr>
            <a:lvl3pPr marL="842162" indent="0">
              <a:buNone/>
              <a:defRPr sz="1500"/>
            </a:lvl3pPr>
            <a:lvl4pPr marL="1263244" indent="0">
              <a:buNone/>
              <a:defRPr sz="1300"/>
            </a:lvl4pPr>
            <a:lvl5pPr marL="1684325" indent="0">
              <a:buNone/>
              <a:defRPr sz="1300"/>
            </a:lvl5pPr>
            <a:lvl6pPr marL="2105406" indent="0">
              <a:buNone/>
              <a:defRPr sz="1300"/>
            </a:lvl6pPr>
            <a:lvl7pPr marL="2526487" indent="0">
              <a:buNone/>
              <a:defRPr sz="1300"/>
            </a:lvl7pPr>
            <a:lvl8pPr marL="2947568" indent="0">
              <a:buNone/>
              <a:defRPr sz="1300"/>
            </a:lvl8pPr>
            <a:lvl9pPr marL="3368650" indent="0">
              <a:buNone/>
              <a:defRPr sz="1300"/>
            </a:lvl9pPr>
          </a:lstStyle>
          <a:p>
            <a:pPr lvl="0"/>
            <a:r>
              <a:rPr lang="pt-BR"/>
              <a:t>Clique para editar o texto mestre</a:t>
            </a:r>
          </a:p>
        </p:txBody>
      </p:sp>
      <p:sp>
        <p:nvSpPr>
          <p:cNvPr id="4" name="Rectangle 4">
            <a:extLst>
              <a:ext uri="{FF2B5EF4-FFF2-40B4-BE49-F238E27FC236}">
                <a16:creationId xmlns:a16="http://schemas.microsoft.com/office/drawing/2014/main" id="{48FA4D44-610F-0BFC-BC07-BB78DBD33D0A}"/>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A2EC336C-21D2-A771-7A7B-F29867C1D3B7}"/>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62ED7C8E-B58A-D235-9B5A-5B724B251352}"/>
              </a:ext>
            </a:extLst>
          </p:cNvPr>
          <p:cNvSpPr>
            <a:spLocks noGrp="1" noChangeArrowheads="1"/>
          </p:cNvSpPr>
          <p:nvPr>
            <p:ph type="sldNum" sz="quarter" idx="12"/>
          </p:nvPr>
        </p:nvSpPr>
        <p:spPr>
          <a:ln/>
        </p:spPr>
        <p:txBody>
          <a:bodyPr/>
          <a:lstStyle>
            <a:lvl1pPr>
              <a:defRPr/>
            </a:lvl1pPr>
          </a:lstStyle>
          <a:p>
            <a:fld id="{FE6996EA-48A5-4A5B-837A-45176436823F}" type="slidenum">
              <a:rPr lang="en-US" altLang="pt-BR"/>
              <a:pPr/>
              <a:t>‹nº›</a:t>
            </a:fld>
            <a:endParaRPr lang="en-US" altLang="pt-BR"/>
          </a:p>
        </p:txBody>
      </p:sp>
    </p:spTree>
    <p:extLst>
      <p:ext uri="{BB962C8B-B14F-4D97-AF65-F5344CB8AC3E}">
        <p14:creationId xmlns:p14="http://schemas.microsoft.com/office/powerpoint/2010/main" val="127825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2160412" y="9883246"/>
            <a:ext cx="12173655" cy="20521812"/>
          </a:xfrm>
        </p:spPr>
        <p:txBody>
          <a:bodyPr/>
          <a:lstStyle>
            <a:lvl1pPr>
              <a:defRPr sz="2600"/>
            </a:lvl1pPr>
            <a:lvl2pPr>
              <a:defRPr sz="2200"/>
            </a:lvl2pPr>
            <a:lvl3pPr>
              <a:defRPr sz="1800"/>
            </a:lvl3pPr>
            <a:lvl4pPr>
              <a:defRPr sz="1700"/>
            </a:lvl4pPr>
            <a:lvl5pPr>
              <a:defRPr sz="1700"/>
            </a:lvl5pPr>
            <a:lvl6pPr>
              <a:defRPr sz="1700"/>
            </a:lvl6pPr>
            <a:lvl7pPr>
              <a:defRPr sz="1700"/>
            </a:lvl7pPr>
            <a:lvl8pPr>
              <a:defRPr sz="1700"/>
            </a:lvl8pPr>
            <a:lvl9pPr>
              <a:defRPr sz="17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14469536" y="9883246"/>
            <a:ext cx="12173656" cy="20521812"/>
          </a:xfrm>
        </p:spPr>
        <p:txBody>
          <a:bodyPr/>
          <a:lstStyle>
            <a:lvl1pPr>
              <a:defRPr sz="2600"/>
            </a:lvl1pPr>
            <a:lvl2pPr>
              <a:defRPr sz="2200"/>
            </a:lvl2pPr>
            <a:lvl3pPr>
              <a:defRPr sz="1800"/>
            </a:lvl3pPr>
            <a:lvl4pPr>
              <a:defRPr sz="1700"/>
            </a:lvl4pPr>
            <a:lvl5pPr>
              <a:defRPr sz="1700"/>
            </a:lvl5pPr>
            <a:lvl6pPr>
              <a:defRPr sz="1700"/>
            </a:lvl6pPr>
            <a:lvl7pPr>
              <a:defRPr sz="1700"/>
            </a:lvl7pPr>
            <a:lvl8pPr>
              <a:defRPr sz="1700"/>
            </a:lvl8pPr>
            <a:lvl9pPr>
              <a:defRPr sz="17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a:extLst>
              <a:ext uri="{FF2B5EF4-FFF2-40B4-BE49-F238E27FC236}">
                <a16:creationId xmlns:a16="http://schemas.microsoft.com/office/drawing/2014/main" id="{E77BB966-A562-4B50-3FAA-19CFA76BC7AD}"/>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BFE241BF-4F45-642C-B46C-A01745330448}"/>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B6C85ACC-2249-565C-56C1-1D8E54ADDAD0}"/>
              </a:ext>
            </a:extLst>
          </p:cNvPr>
          <p:cNvSpPr>
            <a:spLocks noGrp="1" noChangeArrowheads="1"/>
          </p:cNvSpPr>
          <p:nvPr>
            <p:ph type="sldNum" sz="quarter" idx="12"/>
          </p:nvPr>
        </p:nvSpPr>
        <p:spPr>
          <a:ln/>
        </p:spPr>
        <p:txBody>
          <a:bodyPr/>
          <a:lstStyle>
            <a:lvl1pPr>
              <a:defRPr/>
            </a:lvl1pPr>
          </a:lstStyle>
          <a:p>
            <a:fld id="{7D11B85B-2D13-4E91-BC46-35BB3A5CC12C}" type="slidenum">
              <a:rPr lang="en-US" altLang="pt-BR"/>
              <a:pPr/>
              <a:t>‹nº›</a:t>
            </a:fld>
            <a:endParaRPr lang="en-US" altLang="pt-BR"/>
          </a:p>
        </p:txBody>
      </p:sp>
    </p:spTree>
    <p:extLst>
      <p:ext uri="{BB962C8B-B14F-4D97-AF65-F5344CB8AC3E}">
        <p14:creationId xmlns:p14="http://schemas.microsoft.com/office/powerpoint/2010/main" val="1595454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1440747" y="1369880"/>
            <a:ext cx="25922111" cy="5700713"/>
          </a:xfrm>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1440747" y="7656249"/>
            <a:ext cx="12725400" cy="3190942"/>
          </a:xfrm>
        </p:spPr>
        <p:txBody>
          <a:bodyPr anchor="b"/>
          <a:lstStyle>
            <a:lvl1pPr marL="0" indent="0">
              <a:buNone/>
              <a:defRPr sz="2200" b="1"/>
            </a:lvl1pPr>
            <a:lvl2pPr marL="421081" indent="0">
              <a:buNone/>
              <a:defRPr sz="1800" b="1"/>
            </a:lvl2pPr>
            <a:lvl3pPr marL="842162" indent="0">
              <a:buNone/>
              <a:defRPr sz="1700" b="1"/>
            </a:lvl3pPr>
            <a:lvl4pPr marL="1263244" indent="0">
              <a:buNone/>
              <a:defRPr sz="1500" b="1"/>
            </a:lvl4pPr>
            <a:lvl5pPr marL="1684325" indent="0">
              <a:buNone/>
              <a:defRPr sz="1500" b="1"/>
            </a:lvl5pPr>
            <a:lvl6pPr marL="2105406" indent="0">
              <a:buNone/>
              <a:defRPr sz="1500" b="1"/>
            </a:lvl6pPr>
            <a:lvl7pPr marL="2526487" indent="0">
              <a:buNone/>
              <a:defRPr sz="1500" b="1"/>
            </a:lvl7pPr>
            <a:lvl8pPr marL="2947568" indent="0">
              <a:buNone/>
              <a:defRPr sz="1500" b="1"/>
            </a:lvl8pPr>
            <a:lvl9pPr marL="3368650" indent="0">
              <a:buNone/>
              <a:defRPr sz="1500" b="1"/>
            </a:lvl9pPr>
          </a:lstStyle>
          <a:p>
            <a:pPr lvl="0"/>
            <a:r>
              <a:rPr lang="pt-BR"/>
              <a:t>Clique para editar o texto mestre</a:t>
            </a:r>
          </a:p>
        </p:txBody>
      </p:sp>
      <p:sp>
        <p:nvSpPr>
          <p:cNvPr id="4" name="Espaço Reservado para Conteúdo 3"/>
          <p:cNvSpPr>
            <a:spLocks noGrp="1"/>
          </p:cNvSpPr>
          <p:nvPr>
            <p:ph sz="half" idx="2"/>
          </p:nvPr>
        </p:nvSpPr>
        <p:spPr>
          <a:xfrm>
            <a:off x="1440747" y="10847190"/>
            <a:ext cx="12725400" cy="19707423"/>
          </a:xfrm>
        </p:spPr>
        <p:txBody>
          <a:bodyPr/>
          <a:lstStyle>
            <a:lvl1pPr>
              <a:defRPr sz="2200"/>
            </a:lvl1pPr>
            <a:lvl2pPr>
              <a:defRPr sz="1800"/>
            </a:lvl2pPr>
            <a:lvl3pPr>
              <a:defRPr sz="1700"/>
            </a:lvl3pPr>
            <a:lvl4pPr>
              <a:defRPr sz="1500"/>
            </a:lvl4pPr>
            <a:lvl5pPr>
              <a:defRPr sz="1500"/>
            </a:lvl5pPr>
            <a:lvl6pPr>
              <a:defRPr sz="1500"/>
            </a:lvl6pPr>
            <a:lvl7pPr>
              <a:defRPr sz="1500"/>
            </a:lvl7pPr>
            <a:lvl8pPr>
              <a:defRPr sz="1500"/>
            </a:lvl8pPr>
            <a:lvl9pPr>
              <a:defRPr sz="15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14631812" y="7656249"/>
            <a:ext cx="12731044" cy="3190942"/>
          </a:xfrm>
        </p:spPr>
        <p:txBody>
          <a:bodyPr anchor="b"/>
          <a:lstStyle>
            <a:lvl1pPr marL="0" indent="0">
              <a:buNone/>
              <a:defRPr sz="2200" b="1"/>
            </a:lvl1pPr>
            <a:lvl2pPr marL="421081" indent="0">
              <a:buNone/>
              <a:defRPr sz="1800" b="1"/>
            </a:lvl2pPr>
            <a:lvl3pPr marL="842162" indent="0">
              <a:buNone/>
              <a:defRPr sz="1700" b="1"/>
            </a:lvl3pPr>
            <a:lvl4pPr marL="1263244" indent="0">
              <a:buNone/>
              <a:defRPr sz="1500" b="1"/>
            </a:lvl4pPr>
            <a:lvl5pPr marL="1684325" indent="0">
              <a:buNone/>
              <a:defRPr sz="1500" b="1"/>
            </a:lvl5pPr>
            <a:lvl6pPr marL="2105406" indent="0">
              <a:buNone/>
              <a:defRPr sz="1500" b="1"/>
            </a:lvl6pPr>
            <a:lvl7pPr marL="2526487" indent="0">
              <a:buNone/>
              <a:defRPr sz="1500" b="1"/>
            </a:lvl7pPr>
            <a:lvl8pPr marL="2947568" indent="0">
              <a:buNone/>
              <a:defRPr sz="1500" b="1"/>
            </a:lvl8pPr>
            <a:lvl9pPr marL="3368650" indent="0">
              <a:buNone/>
              <a:defRPr sz="1500" b="1"/>
            </a:lvl9pPr>
          </a:lstStyle>
          <a:p>
            <a:pPr lvl="0"/>
            <a:r>
              <a:rPr lang="pt-BR"/>
              <a:t>Clique para editar o texto mestre</a:t>
            </a:r>
          </a:p>
        </p:txBody>
      </p:sp>
      <p:sp>
        <p:nvSpPr>
          <p:cNvPr id="6" name="Espaço Reservado para Conteúdo 5"/>
          <p:cNvSpPr>
            <a:spLocks noGrp="1"/>
          </p:cNvSpPr>
          <p:nvPr>
            <p:ph sz="quarter" idx="4"/>
          </p:nvPr>
        </p:nvSpPr>
        <p:spPr>
          <a:xfrm>
            <a:off x="14631812" y="10847190"/>
            <a:ext cx="12731044" cy="19707423"/>
          </a:xfrm>
        </p:spPr>
        <p:txBody>
          <a:bodyPr/>
          <a:lstStyle>
            <a:lvl1pPr>
              <a:defRPr sz="2200"/>
            </a:lvl1pPr>
            <a:lvl2pPr>
              <a:defRPr sz="1800"/>
            </a:lvl2pPr>
            <a:lvl3pPr>
              <a:defRPr sz="1700"/>
            </a:lvl3pPr>
            <a:lvl4pPr>
              <a:defRPr sz="1500"/>
            </a:lvl4pPr>
            <a:lvl5pPr>
              <a:defRPr sz="1500"/>
            </a:lvl5pPr>
            <a:lvl6pPr>
              <a:defRPr sz="1500"/>
            </a:lvl6pPr>
            <a:lvl7pPr>
              <a:defRPr sz="1500"/>
            </a:lvl7pPr>
            <a:lvl8pPr>
              <a:defRPr sz="1500"/>
            </a:lvl8pPr>
            <a:lvl9pPr>
              <a:defRPr sz="15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a:extLst>
              <a:ext uri="{FF2B5EF4-FFF2-40B4-BE49-F238E27FC236}">
                <a16:creationId xmlns:a16="http://schemas.microsoft.com/office/drawing/2014/main" id="{1931489C-65F2-446C-CAE1-E1DC1991FD73}"/>
              </a:ext>
            </a:extLst>
          </p:cNvPr>
          <p:cNvSpPr>
            <a:spLocks noGrp="1" noChangeArrowheads="1"/>
          </p:cNvSpPr>
          <p:nvPr>
            <p:ph type="dt" sz="half" idx="10"/>
          </p:nvPr>
        </p:nvSpPr>
        <p:spPr>
          <a:ln/>
        </p:spPr>
        <p:txBody>
          <a:bodyPr/>
          <a:lstStyle>
            <a:lvl1pPr>
              <a:defRPr/>
            </a:lvl1pPr>
          </a:lstStyle>
          <a:p>
            <a:pPr>
              <a:defRPr/>
            </a:pPr>
            <a:endParaRPr lang="pt-BR"/>
          </a:p>
        </p:txBody>
      </p:sp>
      <p:sp>
        <p:nvSpPr>
          <p:cNvPr id="8" name="Rectangle 5">
            <a:extLst>
              <a:ext uri="{FF2B5EF4-FFF2-40B4-BE49-F238E27FC236}">
                <a16:creationId xmlns:a16="http://schemas.microsoft.com/office/drawing/2014/main" id="{B76F843A-443B-7956-5FE2-8A05406637CA}"/>
              </a:ext>
            </a:extLst>
          </p:cNvPr>
          <p:cNvSpPr>
            <a:spLocks noGrp="1" noChangeArrowheads="1"/>
          </p:cNvSpPr>
          <p:nvPr>
            <p:ph type="ftr" sz="quarter" idx="11"/>
          </p:nvPr>
        </p:nvSpPr>
        <p:spPr>
          <a:ln/>
        </p:spPr>
        <p:txBody>
          <a:bodyPr/>
          <a:lstStyle>
            <a:lvl1pPr>
              <a:defRPr/>
            </a:lvl1pPr>
          </a:lstStyle>
          <a:p>
            <a:pPr>
              <a:defRPr/>
            </a:pPr>
            <a:endParaRPr lang="pt-BR"/>
          </a:p>
        </p:txBody>
      </p:sp>
      <p:sp>
        <p:nvSpPr>
          <p:cNvPr id="9" name="Rectangle 6">
            <a:extLst>
              <a:ext uri="{FF2B5EF4-FFF2-40B4-BE49-F238E27FC236}">
                <a16:creationId xmlns:a16="http://schemas.microsoft.com/office/drawing/2014/main" id="{4C9EA54A-1E57-1975-B9FD-303809E85B76}"/>
              </a:ext>
            </a:extLst>
          </p:cNvPr>
          <p:cNvSpPr>
            <a:spLocks noGrp="1" noChangeArrowheads="1"/>
          </p:cNvSpPr>
          <p:nvPr>
            <p:ph type="sldNum" sz="quarter" idx="12"/>
          </p:nvPr>
        </p:nvSpPr>
        <p:spPr>
          <a:ln/>
        </p:spPr>
        <p:txBody>
          <a:bodyPr/>
          <a:lstStyle>
            <a:lvl1pPr>
              <a:defRPr/>
            </a:lvl1pPr>
          </a:lstStyle>
          <a:p>
            <a:fld id="{4E47D074-266A-4894-9603-BAD5AB797690}" type="slidenum">
              <a:rPr lang="en-US" altLang="pt-BR"/>
              <a:pPr/>
              <a:t>‹nº›</a:t>
            </a:fld>
            <a:endParaRPr lang="en-US" altLang="pt-BR"/>
          </a:p>
        </p:txBody>
      </p:sp>
    </p:spTree>
    <p:extLst>
      <p:ext uri="{BB962C8B-B14F-4D97-AF65-F5344CB8AC3E}">
        <p14:creationId xmlns:p14="http://schemas.microsoft.com/office/powerpoint/2010/main" val="4001369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Rectangle 4">
            <a:extLst>
              <a:ext uri="{FF2B5EF4-FFF2-40B4-BE49-F238E27FC236}">
                <a16:creationId xmlns:a16="http://schemas.microsoft.com/office/drawing/2014/main" id="{DC0EA0E1-BBB1-0129-E67B-23FE71E027F4}"/>
              </a:ext>
            </a:extLst>
          </p:cNvPr>
          <p:cNvSpPr>
            <a:spLocks noGrp="1" noChangeArrowheads="1"/>
          </p:cNvSpPr>
          <p:nvPr>
            <p:ph type="dt" sz="half" idx="10"/>
          </p:nvPr>
        </p:nvSpPr>
        <p:spPr>
          <a:ln/>
        </p:spPr>
        <p:txBody>
          <a:bodyPr/>
          <a:lstStyle>
            <a:lvl1pPr>
              <a:defRPr/>
            </a:lvl1pPr>
          </a:lstStyle>
          <a:p>
            <a:pPr>
              <a:defRPr/>
            </a:pPr>
            <a:endParaRPr lang="pt-BR"/>
          </a:p>
        </p:txBody>
      </p:sp>
      <p:sp>
        <p:nvSpPr>
          <p:cNvPr id="4" name="Rectangle 5">
            <a:extLst>
              <a:ext uri="{FF2B5EF4-FFF2-40B4-BE49-F238E27FC236}">
                <a16:creationId xmlns:a16="http://schemas.microsoft.com/office/drawing/2014/main" id="{5130F79F-0886-271E-D164-BBA0B96EE5B0}"/>
              </a:ext>
            </a:extLst>
          </p:cNvPr>
          <p:cNvSpPr>
            <a:spLocks noGrp="1" noChangeArrowheads="1"/>
          </p:cNvSpPr>
          <p:nvPr>
            <p:ph type="ftr" sz="quarter" idx="11"/>
          </p:nvPr>
        </p:nvSpPr>
        <p:spPr>
          <a:ln/>
        </p:spPr>
        <p:txBody>
          <a:bodyPr/>
          <a:lstStyle>
            <a:lvl1pPr>
              <a:defRPr/>
            </a:lvl1pPr>
          </a:lstStyle>
          <a:p>
            <a:pPr>
              <a:defRPr/>
            </a:pPr>
            <a:endParaRPr lang="pt-BR"/>
          </a:p>
        </p:txBody>
      </p:sp>
      <p:sp>
        <p:nvSpPr>
          <p:cNvPr id="5" name="Rectangle 6">
            <a:extLst>
              <a:ext uri="{FF2B5EF4-FFF2-40B4-BE49-F238E27FC236}">
                <a16:creationId xmlns:a16="http://schemas.microsoft.com/office/drawing/2014/main" id="{2D690CE9-FEE7-A990-4F1C-DC7FFB1F3F8C}"/>
              </a:ext>
            </a:extLst>
          </p:cNvPr>
          <p:cNvSpPr>
            <a:spLocks noGrp="1" noChangeArrowheads="1"/>
          </p:cNvSpPr>
          <p:nvPr>
            <p:ph type="sldNum" sz="quarter" idx="12"/>
          </p:nvPr>
        </p:nvSpPr>
        <p:spPr>
          <a:ln/>
        </p:spPr>
        <p:txBody>
          <a:bodyPr/>
          <a:lstStyle>
            <a:lvl1pPr>
              <a:defRPr/>
            </a:lvl1pPr>
          </a:lstStyle>
          <a:p>
            <a:fld id="{CE7AE562-CBC0-46B3-B70D-61B682DAB646}" type="slidenum">
              <a:rPr lang="en-US" altLang="pt-BR"/>
              <a:pPr/>
              <a:t>‹nº›</a:t>
            </a:fld>
            <a:endParaRPr lang="en-US" altLang="pt-BR"/>
          </a:p>
        </p:txBody>
      </p:sp>
    </p:spTree>
    <p:extLst>
      <p:ext uri="{BB962C8B-B14F-4D97-AF65-F5344CB8AC3E}">
        <p14:creationId xmlns:p14="http://schemas.microsoft.com/office/powerpoint/2010/main" val="1643366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A86CB54-C5F8-7DF9-1A07-69D245801C69}"/>
              </a:ext>
            </a:extLst>
          </p:cNvPr>
          <p:cNvSpPr>
            <a:spLocks noGrp="1" noChangeArrowheads="1"/>
          </p:cNvSpPr>
          <p:nvPr>
            <p:ph type="dt" sz="half" idx="10"/>
          </p:nvPr>
        </p:nvSpPr>
        <p:spPr>
          <a:ln/>
        </p:spPr>
        <p:txBody>
          <a:bodyPr/>
          <a:lstStyle>
            <a:lvl1pPr>
              <a:defRPr/>
            </a:lvl1pPr>
          </a:lstStyle>
          <a:p>
            <a:pPr>
              <a:defRPr/>
            </a:pPr>
            <a:endParaRPr lang="pt-BR"/>
          </a:p>
        </p:txBody>
      </p:sp>
      <p:sp>
        <p:nvSpPr>
          <p:cNvPr id="3" name="Rectangle 5">
            <a:extLst>
              <a:ext uri="{FF2B5EF4-FFF2-40B4-BE49-F238E27FC236}">
                <a16:creationId xmlns:a16="http://schemas.microsoft.com/office/drawing/2014/main" id="{E599602C-F0B9-4CCC-CCDC-2F96F3E86C40}"/>
              </a:ext>
            </a:extLst>
          </p:cNvPr>
          <p:cNvSpPr>
            <a:spLocks noGrp="1" noChangeArrowheads="1"/>
          </p:cNvSpPr>
          <p:nvPr>
            <p:ph type="ftr" sz="quarter" idx="11"/>
          </p:nvPr>
        </p:nvSpPr>
        <p:spPr>
          <a:ln/>
        </p:spPr>
        <p:txBody>
          <a:bodyPr/>
          <a:lstStyle>
            <a:lvl1pPr>
              <a:defRPr/>
            </a:lvl1pPr>
          </a:lstStyle>
          <a:p>
            <a:pPr>
              <a:defRPr/>
            </a:pPr>
            <a:endParaRPr lang="pt-BR"/>
          </a:p>
        </p:txBody>
      </p:sp>
      <p:sp>
        <p:nvSpPr>
          <p:cNvPr id="4" name="Rectangle 6">
            <a:extLst>
              <a:ext uri="{FF2B5EF4-FFF2-40B4-BE49-F238E27FC236}">
                <a16:creationId xmlns:a16="http://schemas.microsoft.com/office/drawing/2014/main" id="{34EE3C5A-B37E-C860-7164-978C498C15A3}"/>
              </a:ext>
            </a:extLst>
          </p:cNvPr>
          <p:cNvSpPr>
            <a:spLocks noGrp="1" noChangeArrowheads="1"/>
          </p:cNvSpPr>
          <p:nvPr>
            <p:ph type="sldNum" sz="quarter" idx="12"/>
          </p:nvPr>
        </p:nvSpPr>
        <p:spPr>
          <a:ln/>
        </p:spPr>
        <p:txBody>
          <a:bodyPr/>
          <a:lstStyle>
            <a:lvl1pPr>
              <a:defRPr/>
            </a:lvl1pPr>
          </a:lstStyle>
          <a:p>
            <a:fld id="{FAC4FF88-7D79-47AE-8CD2-084AF7076E61}" type="slidenum">
              <a:rPr lang="en-US" altLang="pt-BR"/>
              <a:pPr/>
              <a:t>‹nº›</a:t>
            </a:fld>
            <a:endParaRPr lang="en-US" altLang="pt-BR"/>
          </a:p>
        </p:txBody>
      </p:sp>
    </p:spTree>
    <p:extLst>
      <p:ext uri="{BB962C8B-B14F-4D97-AF65-F5344CB8AC3E}">
        <p14:creationId xmlns:p14="http://schemas.microsoft.com/office/powerpoint/2010/main" val="3708421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440747" y="1362342"/>
            <a:ext cx="9475611" cy="5794971"/>
          </a:xfrm>
        </p:spPr>
        <p:txBody>
          <a:bodyPr anchor="b"/>
          <a:lstStyle>
            <a:lvl1pPr algn="l">
              <a:defRPr sz="1800" b="1"/>
            </a:lvl1pPr>
          </a:lstStyle>
          <a:p>
            <a:r>
              <a:rPr lang="pt-BR"/>
              <a:t>Clique para editar o título mestre</a:t>
            </a:r>
          </a:p>
        </p:txBody>
      </p:sp>
      <p:sp>
        <p:nvSpPr>
          <p:cNvPr id="3" name="Espaço Reservado para Conteúdo 2"/>
          <p:cNvSpPr>
            <a:spLocks noGrp="1"/>
          </p:cNvSpPr>
          <p:nvPr>
            <p:ph idx="1"/>
          </p:nvPr>
        </p:nvSpPr>
        <p:spPr>
          <a:xfrm>
            <a:off x="11262079" y="1362340"/>
            <a:ext cx="16100779" cy="29192273"/>
          </a:xfrm>
        </p:spPr>
        <p:txBody>
          <a:bodyPr/>
          <a:lstStyle>
            <a:lvl1pPr>
              <a:defRPr sz="2900"/>
            </a:lvl1pPr>
            <a:lvl2pPr>
              <a:defRPr sz="2600"/>
            </a:lvl2pPr>
            <a:lvl3pPr>
              <a:defRPr sz="22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1440747" y="7157313"/>
            <a:ext cx="9475611" cy="23397302"/>
          </a:xfrm>
        </p:spPr>
        <p:txBody>
          <a:bodyPr/>
          <a:lstStyle>
            <a:lvl1pPr marL="0" indent="0">
              <a:buNone/>
              <a:defRPr sz="1300"/>
            </a:lvl1pPr>
            <a:lvl2pPr marL="421081" indent="0">
              <a:buNone/>
              <a:defRPr sz="1100"/>
            </a:lvl2pPr>
            <a:lvl3pPr marL="842162" indent="0">
              <a:buNone/>
              <a:defRPr sz="900"/>
            </a:lvl3pPr>
            <a:lvl4pPr marL="1263244" indent="0">
              <a:buNone/>
              <a:defRPr sz="800"/>
            </a:lvl4pPr>
            <a:lvl5pPr marL="1684325" indent="0">
              <a:buNone/>
              <a:defRPr sz="800"/>
            </a:lvl5pPr>
            <a:lvl6pPr marL="2105406" indent="0">
              <a:buNone/>
              <a:defRPr sz="800"/>
            </a:lvl6pPr>
            <a:lvl7pPr marL="2526487" indent="0">
              <a:buNone/>
              <a:defRPr sz="800"/>
            </a:lvl7pPr>
            <a:lvl8pPr marL="2947568" indent="0">
              <a:buNone/>
              <a:defRPr sz="800"/>
            </a:lvl8pPr>
            <a:lvl9pPr marL="3368650" indent="0">
              <a:buNone/>
              <a:defRPr sz="800"/>
            </a:lvl9pPr>
          </a:lstStyle>
          <a:p>
            <a:pPr lvl="0"/>
            <a:r>
              <a:rPr lang="pt-BR"/>
              <a:t>Clique para editar o texto mestre</a:t>
            </a:r>
          </a:p>
        </p:txBody>
      </p:sp>
      <p:sp>
        <p:nvSpPr>
          <p:cNvPr id="5" name="Rectangle 4">
            <a:extLst>
              <a:ext uri="{FF2B5EF4-FFF2-40B4-BE49-F238E27FC236}">
                <a16:creationId xmlns:a16="http://schemas.microsoft.com/office/drawing/2014/main" id="{A1904E24-3C19-8D19-2A29-23C94224CB47}"/>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6C50106D-F062-22E8-E219-4AE553F5058F}"/>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702131CA-FD1B-DB62-DBD1-D5E78FD6D056}"/>
              </a:ext>
            </a:extLst>
          </p:cNvPr>
          <p:cNvSpPr>
            <a:spLocks noGrp="1" noChangeArrowheads="1"/>
          </p:cNvSpPr>
          <p:nvPr>
            <p:ph type="sldNum" sz="quarter" idx="12"/>
          </p:nvPr>
        </p:nvSpPr>
        <p:spPr>
          <a:ln/>
        </p:spPr>
        <p:txBody>
          <a:bodyPr/>
          <a:lstStyle>
            <a:lvl1pPr>
              <a:defRPr/>
            </a:lvl1pPr>
          </a:lstStyle>
          <a:p>
            <a:fld id="{A99037C0-EBC9-4DFB-BAED-344728E9CBBD}" type="slidenum">
              <a:rPr lang="en-US" altLang="pt-BR"/>
              <a:pPr/>
              <a:t>‹nº›</a:t>
            </a:fld>
            <a:endParaRPr lang="en-US" altLang="pt-BR"/>
          </a:p>
        </p:txBody>
      </p:sp>
    </p:spTree>
    <p:extLst>
      <p:ext uri="{BB962C8B-B14F-4D97-AF65-F5344CB8AC3E}">
        <p14:creationId xmlns:p14="http://schemas.microsoft.com/office/powerpoint/2010/main" val="1627126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645858" y="23942744"/>
            <a:ext cx="17281877" cy="2826477"/>
          </a:xfrm>
        </p:spPr>
        <p:txBody>
          <a:bodyPr anchor="b"/>
          <a:lstStyle>
            <a:lvl1pPr algn="l">
              <a:defRPr sz="1800" b="1"/>
            </a:lvl1pPr>
          </a:lstStyle>
          <a:p>
            <a:r>
              <a:rPr lang="pt-BR"/>
              <a:t>Clique para editar o título mestre</a:t>
            </a:r>
          </a:p>
        </p:txBody>
      </p:sp>
      <p:sp>
        <p:nvSpPr>
          <p:cNvPr id="3" name="Espaço Reservado para Imagem 2"/>
          <p:cNvSpPr>
            <a:spLocks noGrp="1"/>
          </p:cNvSpPr>
          <p:nvPr>
            <p:ph type="pic" idx="1"/>
          </p:nvPr>
        </p:nvSpPr>
        <p:spPr>
          <a:xfrm>
            <a:off x="5645858" y="3056467"/>
            <a:ext cx="17281877" cy="20521812"/>
          </a:xfrm>
        </p:spPr>
        <p:txBody>
          <a:bodyPr/>
          <a:lstStyle>
            <a:lvl1pPr marL="0" indent="0">
              <a:buNone/>
              <a:defRPr sz="2900"/>
            </a:lvl1pPr>
            <a:lvl2pPr marL="421081" indent="0">
              <a:buNone/>
              <a:defRPr sz="2600"/>
            </a:lvl2pPr>
            <a:lvl3pPr marL="842162" indent="0">
              <a:buNone/>
              <a:defRPr sz="2200"/>
            </a:lvl3pPr>
            <a:lvl4pPr marL="1263244" indent="0">
              <a:buNone/>
              <a:defRPr sz="1800"/>
            </a:lvl4pPr>
            <a:lvl5pPr marL="1684325" indent="0">
              <a:buNone/>
              <a:defRPr sz="1800"/>
            </a:lvl5pPr>
            <a:lvl6pPr marL="2105406" indent="0">
              <a:buNone/>
              <a:defRPr sz="1800"/>
            </a:lvl6pPr>
            <a:lvl7pPr marL="2526487" indent="0">
              <a:buNone/>
              <a:defRPr sz="1800"/>
            </a:lvl7pPr>
            <a:lvl8pPr marL="2947568" indent="0">
              <a:buNone/>
              <a:defRPr sz="1800"/>
            </a:lvl8pPr>
            <a:lvl9pPr marL="3368650" indent="0">
              <a:buNone/>
              <a:defRPr sz="1800"/>
            </a:lvl9pPr>
          </a:lstStyle>
          <a:p>
            <a:pPr lvl="0"/>
            <a:endParaRPr lang="pt-BR" noProof="0"/>
          </a:p>
        </p:txBody>
      </p:sp>
      <p:sp>
        <p:nvSpPr>
          <p:cNvPr id="4" name="Espaço Reservado para Texto 3"/>
          <p:cNvSpPr>
            <a:spLocks noGrp="1"/>
          </p:cNvSpPr>
          <p:nvPr>
            <p:ph type="body" sz="half" idx="2"/>
          </p:nvPr>
        </p:nvSpPr>
        <p:spPr>
          <a:xfrm>
            <a:off x="5645858" y="26769220"/>
            <a:ext cx="17281877" cy="4014126"/>
          </a:xfrm>
        </p:spPr>
        <p:txBody>
          <a:bodyPr/>
          <a:lstStyle>
            <a:lvl1pPr marL="0" indent="0">
              <a:buNone/>
              <a:defRPr sz="1300"/>
            </a:lvl1pPr>
            <a:lvl2pPr marL="421081" indent="0">
              <a:buNone/>
              <a:defRPr sz="1100"/>
            </a:lvl2pPr>
            <a:lvl3pPr marL="842162" indent="0">
              <a:buNone/>
              <a:defRPr sz="900"/>
            </a:lvl3pPr>
            <a:lvl4pPr marL="1263244" indent="0">
              <a:buNone/>
              <a:defRPr sz="800"/>
            </a:lvl4pPr>
            <a:lvl5pPr marL="1684325" indent="0">
              <a:buNone/>
              <a:defRPr sz="800"/>
            </a:lvl5pPr>
            <a:lvl6pPr marL="2105406" indent="0">
              <a:buNone/>
              <a:defRPr sz="800"/>
            </a:lvl6pPr>
            <a:lvl7pPr marL="2526487" indent="0">
              <a:buNone/>
              <a:defRPr sz="800"/>
            </a:lvl7pPr>
            <a:lvl8pPr marL="2947568" indent="0">
              <a:buNone/>
              <a:defRPr sz="800"/>
            </a:lvl8pPr>
            <a:lvl9pPr marL="3368650" indent="0">
              <a:buNone/>
              <a:defRPr sz="800"/>
            </a:lvl9pPr>
          </a:lstStyle>
          <a:p>
            <a:pPr lvl="0"/>
            <a:r>
              <a:rPr lang="pt-BR"/>
              <a:t>Clique para editar o texto mestre</a:t>
            </a:r>
          </a:p>
        </p:txBody>
      </p:sp>
      <p:sp>
        <p:nvSpPr>
          <p:cNvPr id="5" name="Rectangle 4">
            <a:extLst>
              <a:ext uri="{FF2B5EF4-FFF2-40B4-BE49-F238E27FC236}">
                <a16:creationId xmlns:a16="http://schemas.microsoft.com/office/drawing/2014/main" id="{2072C6A1-95A3-2603-8DF8-603A46B3ABB8}"/>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2F91C41D-7A1C-4F20-E35D-71EA8F6ECB0F}"/>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D54C2C5F-623A-BA48-453C-7100CBEBA137}"/>
              </a:ext>
            </a:extLst>
          </p:cNvPr>
          <p:cNvSpPr>
            <a:spLocks noGrp="1" noChangeArrowheads="1"/>
          </p:cNvSpPr>
          <p:nvPr>
            <p:ph type="sldNum" sz="quarter" idx="12"/>
          </p:nvPr>
        </p:nvSpPr>
        <p:spPr>
          <a:ln/>
        </p:spPr>
        <p:txBody>
          <a:bodyPr/>
          <a:lstStyle>
            <a:lvl1pPr>
              <a:defRPr/>
            </a:lvl1pPr>
          </a:lstStyle>
          <a:p>
            <a:fld id="{9C68806B-C385-4444-B0CA-AEB5DE72F905}" type="slidenum">
              <a:rPr lang="en-US" altLang="pt-BR"/>
              <a:pPr/>
              <a:t>‹nº›</a:t>
            </a:fld>
            <a:endParaRPr lang="en-US" altLang="pt-BR"/>
          </a:p>
        </p:txBody>
      </p:sp>
    </p:spTree>
    <p:extLst>
      <p:ext uri="{BB962C8B-B14F-4D97-AF65-F5344CB8AC3E}">
        <p14:creationId xmlns:p14="http://schemas.microsoft.com/office/powerpoint/2010/main" val="948369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13959EB2-69E5-D250-3120-9FE856E51238}"/>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64D4111C-629E-5317-28B3-5626057E7068}"/>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4190A245-9BCF-5E63-FC19-0EF740081734}"/>
              </a:ext>
            </a:extLst>
          </p:cNvPr>
          <p:cNvSpPr>
            <a:spLocks noGrp="1" noChangeArrowheads="1"/>
          </p:cNvSpPr>
          <p:nvPr>
            <p:ph type="sldNum" sz="quarter" idx="12"/>
          </p:nvPr>
        </p:nvSpPr>
        <p:spPr>
          <a:ln/>
        </p:spPr>
        <p:txBody>
          <a:bodyPr/>
          <a:lstStyle>
            <a:lvl1pPr>
              <a:defRPr/>
            </a:lvl1pPr>
          </a:lstStyle>
          <a:p>
            <a:fld id="{18239C2E-57CB-4A26-8F6E-B98BA3888930}" type="slidenum">
              <a:rPr lang="en-US" altLang="pt-BR"/>
              <a:pPr/>
              <a:t>‹nº›</a:t>
            </a:fld>
            <a:endParaRPr lang="en-US" altLang="pt-BR"/>
          </a:p>
        </p:txBody>
      </p:sp>
    </p:spTree>
    <p:extLst>
      <p:ext uri="{BB962C8B-B14F-4D97-AF65-F5344CB8AC3E}">
        <p14:creationId xmlns:p14="http://schemas.microsoft.com/office/powerpoint/2010/main" val="2434128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20523202" y="3042643"/>
            <a:ext cx="6119989" cy="27362415"/>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2160411" y="3042643"/>
            <a:ext cx="18227323" cy="2736241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D4F08B68-CB4C-319D-23DB-5669062A862A}"/>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EA381465-858C-F809-AB48-D930DA98EB40}"/>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A1F06C37-264C-4CE1-9940-A81D93CB94B3}"/>
              </a:ext>
            </a:extLst>
          </p:cNvPr>
          <p:cNvSpPr>
            <a:spLocks noGrp="1" noChangeArrowheads="1"/>
          </p:cNvSpPr>
          <p:nvPr>
            <p:ph type="sldNum" sz="quarter" idx="12"/>
          </p:nvPr>
        </p:nvSpPr>
        <p:spPr>
          <a:ln/>
        </p:spPr>
        <p:txBody>
          <a:bodyPr/>
          <a:lstStyle>
            <a:lvl1pPr>
              <a:defRPr/>
            </a:lvl1pPr>
          </a:lstStyle>
          <a:p>
            <a:fld id="{22AE6996-806D-4318-A054-5CC8FF3F04A8}" type="slidenum">
              <a:rPr lang="en-US" altLang="pt-BR"/>
              <a:pPr/>
              <a:t>‹nº›</a:t>
            </a:fld>
            <a:endParaRPr lang="en-US" altLang="pt-BR"/>
          </a:p>
        </p:txBody>
      </p:sp>
    </p:spTree>
    <p:extLst>
      <p:ext uri="{BB962C8B-B14F-4D97-AF65-F5344CB8AC3E}">
        <p14:creationId xmlns:p14="http://schemas.microsoft.com/office/powerpoint/2010/main" val="935223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A698683-A2CA-6DE0-6294-EC2F1C4555BF}"/>
              </a:ext>
            </a:extLst>
          </p:cNvPr>
          <p:cNvSpPr>
            <a:spLocks noGrp="1" noChangeArrowheads="1"/>
          </p:cNvSpPr>
          <p:nvPr>
            <p:ph type="title"/>
          </p:nvPr>
        </p:nvSpPr>
        <p:spPr bwMode="auto">
          <a:xfrm>
            <a:off x="2160588" y="3043238"/>
            <a:ext cx="24482425" cy="570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82706" tIns="141354" rIns="282706" bIns="141354" numCol="1" anchor="ctr" anchorCtr="0" compatLnSpc="1">
            <a:prstTxWarp prst="textNoShape">
              <a:avLst/>
            </a:prstTxWarp>
          </a:bodyPr>
          <a:lstStyle/>
          <a:p>
            <a:pPr lvl="0"/>
            <a:r>
              <a:rPr lang="en-US" altLang="pt-BR"/>
              <a:t>Clique para editar o estilo do título mestre</a:t>
            </a:r>
          </a:p>
        </p:txBody>
      </p:sp>
      <p:sp>
        <p:nvSpPr>
          <p:cNvPr id="1027" name="Rectangle 3">
            <a:extLst>
              <a:ext uri="{FF2B5EF4-FFF2-40B4-BE49-F238E27FC236}">
                <a16:creationId xmlns:a16="http://schemas.microsoft.com/office/drawing/2014/main" id="{2D048FCE-3FF0-8762-F15D-369A021E58FC}"/>
              </a:ext>
            </a:extLst>
          </p:cNvPr>
          <p:cNvSpPr>
            <a:spLocks noGrp="1" noChangeArrowheads="1"/>
          </p:cNvSpPr>
          <p:nvPr>
            <p:ph type="body" idx="1"/>
          </p:nvPr>
        </p:nvSpPr>
        <p:spPr bwMode="auto">
          <a:xfrm>
            <a:off x="2160588" y="9882188"/>
            <a:ext cx="24482425" cy="2052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82706" tIns="141354" rIns="282706" bIns="141354" numCol="1" anchor="t" anchorCtr="0" compatLnSpc="1">
            <a:prstTxWarp prst="textNoShape">
              <a:avLst/>
            </a:prstTxWarp>
          </a:bodyPr>
          <a:lstStyle/>
          <a:p>
            <a:pPr lvl="0"/>
            <a:r>
              <a:rPr lang="en-US" altLang="pt-BR"/>
              <a:t>Clique para editar os estilos do texto mestre</a:t>
            </a:r>
          </a:p>
          <a:p>
            <a:pPr lvl="1"/>
            <a:r>
              <a:rPr lang="en-US" altLang="pt-BR"/>
              <a:t>Segundo nível</a:t>
            </a:r>
          </a:p>
          <a:p>
            <a:pPr lvl="2"/>
            <a:r>
              <a:rPr lang="en-US" altLang="pt-BR"/>
              <a:t>Terceiro nível</a:t>
            </a:r>
          </a:p>
          <a:p>
            <a:pPr lvl="3"/>
            <a:r>
              <a:rPr lang="en-US" altLang="pt-BR"/>
              <a:t>Quarto nível</a:t>
            </a:r>
          </a:p>
          <a:p>
            <a:pPr lvl="4"/>
            <a:r>
              <a:rPr lang="en-US" altLang="pt-BR"/>
              <a:t>Quinto nível</a:t>
            </a:r>
          </a:p>
        </p:txBody>
      </p:sp>
      <p:sp>
        <p:nvSpPr>
          <p:cNvPr id="1028" name="Rectangle 4">
            <a:extLst>
              <a:ext uri="{FF2B5EF4-FFF2-40B4-BE49-F238E27FC236}">
                <a16:creationId xmlns:a16="http://schemas.microsoft.com/office/drawing/2014/main" id="{1DAD183B-529A-4954-7CE2-9C0E5FFC96A5}"/>
              </a:ext>
            </a:extLst>
          </p:cNvPr>
          <p:cNvSpPr>
            <a:spLocks noGrp="1" noChangeArrowheads="1"/>
          </p:cNvSpPr>
          <p:nvPr>
            <p:ph type="dt" sz="half" idx="2"/>
          </p:nvPr>
        </p:nvSpPr>
        <p:spPr bwMode="auto">
          <a:xfrm>
            <a:off x="2160588" y="31162625"/>
            <a:ext cx="5999162" cy="2279650"/>
          </a:xfrm>
          <a:prstGeom prst="rect">
            <a:avLst/>
          </a:prstGeom>
          <a:noFill/>
          <a:ln>
            <a:noFill/>
          </a:ln>
          <a:effectLst/>
        </p:spPr>
        <p:txBody>
          <a:bodyPr vert="horz" wrap="square" lIns="282706" tIns="141354" rIns="282706" bIns="141354" numCol="1" anchor="t" anchorCtr="0" compatLnSpc="1">
            <a:prstTxWarp prst="textNoShape">
              <a:avLst/>
            </a:prstTxWarp>
          </a:bodyPr>
          <a:lstStyle>
            <a:lvl1pPr>
              <a:defRPr sz="4400"/>
            </a:lvl1pPr>
          </a:lstStyle>
          <a:p>
            <a:pPr>
              <a:defRPr/>
            </a:pPr>
            <a:endParaRPr lang="pt-BR"/>
          </a:p>
        </p:txBody>
      </p:sp>
      <p:sp>
        <p:nvSpPr>
          <p:cNvPr id="1029" name="Rectangle 5">
            <a:extLst>
              <a:ext uri="{FF2B5EF4-FFF2-40B4-BE49-F238E27FC236}">
                <a16:creationId xmlns:a16="http://schemas.microsoft.com/office/drawing/2014/main" id="{60256A2A-D11F-4060-351B-E6D6ED903EB8}"/>
              </a:ext>
            </a:extLst>
          </p:cNvPr>
          <p:cNvSpPr>
            <a:spLocks noGrp="1" noChangeArrowheads="1"/>
          </p:cNvSpPr>
          <p:nvPr>
            <p:ph type="ftr" sz="quarter" idx="3"/>
          </p:nvPr>
        </p:nvSpPr>
        <p:spPr bwMode="auto">
          <a:xfrm>
            <a:off x="9840913" y="31162625"/>
            <a:ext cx="9121775" cy="2279650"/>
          </a:xfrm>
          <a:prstGeom prst="rect">
            <a:avLst/>
          </a:prstGeom>
          <a:noFill/>
          <a:ln>
            <a:noFill/>
          </a:ln>
          <a:effectLst/>
        </p:spPr>
        <p:txBody>
          <a:bodyPr vert="horz" wrap="square" lIns="282706" tIns="141354" rIns="282706" bIns="141354" numCol="1" anchor="t" anchorCtr="0" compatLnSpc="1">
            <a:prstTxWarp prst="textNoShape">
              <a:avLst/>
            </a:prstTxWarp>
          </a:bodyPr>
          <a:lstStyle>
            <a:lvl1pPr algn="ctr">
              <a:defRPr sz="4400"/>
            </a:lvl1pPr>
          </a:lstStyle>
          <a:p>
            <a:pPr>
              <a:defRPr/>
            </a:pPr>
            <a:endParaRPr lang="pt-BR"/>
          </a:p>
        </p:txBody>
      </p:sp>
      <p:sp>
        <p:nvSpPr>
          <p:cNvPr id="1030" name="Rectangle 6">
            <a:extLst>
              <a:ext uri="{FF2B5EF4-FFF2-40B4-BE49-F238E27FC236}">
                <a16:creationId xmlns:a16="http://schemas.microsoft.com/office/drawing/2014/main" id="{04F13F3D-8E97-7D8D-1863-C2BF3296DEA3}"/>
              </a:ext>
            </a:extLst>
          </p:cNvPr>
          <p:cNvSpPr>
            <a:spLocks noGrp="1" noChangeArrowheads="1"/>
          </p:cNvSpPr>
          <p:nvPr>
            <p:ph type="sldNum" sz="quarter" idx="4"/>
          </p:nvPr>
        </p:nvSpPr>
        <p:spPr bwMode="auto">
          <a:xfrm>
            <a:off x="20643850" y="31162625"/>
            <a:ext cx="5999163" cy="2279650"/>
          </a:xfrm>
          <a:prstGeom prst="rect">
            <a:avLst/>
          </a:prstGeom>
          <a:noFill/>
          <a:ln>
            <a:noFill/>
          </a:ln>
          <a:effectLst/>
        </p:spPr>
        <p:txBody>
          <a:bodyPr vert="horz" wrap="square" lIns="282706" tIns="141354" rIns="282706" bIns="141354" numCol="1" anchor="t" anchorCtr="0" compatLnSpc="1">
            <a:prstTxWarp prst="textNoShape">
              <a:avLst/>
            </a:prstTxWarp>
          </a:bodyPr>
          <a:lstStyle>
            <a:lvl1pPr algn="r">
              <a:defRPr sz="4400"/>
            </a:lvl1pPr>
          </a:lstStyle>
          <a:p>
            <a:fld id="{DFDD073A-59B8-456E-989A-CF5105B2974A}" type="slidenum">
              <a:rPr lang="en-US" altLang="pt-BR"/>
              <a:pPr/>
              <a:t>‹nº›</a:t>
            </a:fld>
            <a:endParaRPr lang="en-US" alt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824163" rtl="0" eaLnBrk="0" fontAlgn="base" hangingPunct="0">
        <a:spcBef>
          <a:spcPct val="0"/>
        </a:spcBef>
        <a:spcAft>
          <a:spcPct val="0"/>
        </a:spcAft>
        <a:defRPr sz="13500">
          <a:solidFill>
            <a:schemeClr val="tx2"/>
          </a:solidFill>
          <a:latin typeface="+mj-lt"/>
          <a:ea typeface="+mj-ea"/>
          <a:cs typeface="+mj-cs"/>
        </a:defRPr>
      </a:lvl1pPr>
      <a:lvl2pPr algn="ctr" defTabSz="2824163" rtl="0" eaLnBrk="0" fontAlgn="base" hangingPunct="0">
        <a:spcBef>
          <a:spcPct val="0"/>
        </a:spcBef>
        <a:spcAft>
          <a:spcPct val="0"/>
        </a:spcAft>
        <a:defRPr sz="13500">
          <a:solidFill>
            <a:schemeClr val="tx2"/>
          </a:solidFill>
          <a:latin typeface="Times New Roman" pitchFamily="18" charset="0"/>
        </a:defRPr>
      </a:lvl2pPr>
      <a:lvl3pPr algn="ctr" defTabSz="2824163" rtl="0" eaLnBrk="0" fontAlgn="base" hangingPunct="0">
        <a:spcBef>
          <a:spcPct val="0"/>
        </a:spcBef>
        <a:spcAft>
          <a:spcPct val="0"/>
        </a:spcAft>
        <a:defRPr sz="13500">
          <a:solidFill>
            <a:schemeClr val="tx2"/>
          </a:solidFill>
          <a:latin typeface="Times New Roman" pitchFamily="18" charset="0"/>
        </a:defRPr>
      </a:lvl3pPr>
      <a:lvl4pPr algn="ctr" defTabSz="2824163" rtl="0" eaLnBrk="0" fontAlgn="base" hangingPunct="0">
        <a:spcBef>
          <a:spcPct val="0"/>
        </a:spcBef>
        <a:spcAft>
          <a:spcPct val="0"/>
        </a:spcAft>
        <a:defRPr sz="13500">
          <a:solidFill>
            <a:schemeClr val="tx2"/>
          </a:solidFill>
          <a:latin typeface="Times New Roman" pitchFamily="18" charset="0"/>
        </a:defRPr>
      </a:lvl4pPr>
      <a:lvl5pPr algn="ctr" defTabSz="2824163" rtl="0" eaLnBrk="0" fontAlgn="base" hangingPunct="0">
        <a:spcBef>
          <a:spcPct val="0"/>
        </a:spcBef>
        <a:spcAft>
          <a:spcPct val="0"/>
        </a:spcAft>
        <a:defRPr sz="13500">
          <a:solidFill>
            <a:schemeClr val="tx2"/>
          </a:solidFill>
          <a:latin typeface="Times New Roman" pitchFamily="18" charset="0"/>
        </a:defRPr>
      </a:lvl5pPr>
      <a:lvl6pPr marL="421081" algn="ctr" defTabSz="2824753" rtl="0" eaLnBrk="0" fontAlgn="base" hangingPunct="0">
        <a:spcBef>
          <a:spcPct val="0"/>
        </a:spcBef>
        <a:spcAft>
          <a:spcPct val="0"/>
        </a:spcAft>
        <a:defRPr sz="13500">
          <a:solidFill>
            <a:schemeClr val="tx2"/>
          </a:solidFill>
          <a:latin typeface="Times New Roman" pitchFamily="18" charset="0"/>
        </a:defRPr>
      </a:lvl6pPr>
      <a:lvl7pPr marL="842162" algn="ctr" defTabSz="2824753" rtl="0" eaLnBrk="0" fontAlgn="base" hangingPunct="0">
        <a:spcBef>
          <a:spcPct val="0"/>
        </a:spcBef>
        <a:spcAft>
          <a:spcPct val="0"/>
        </a:spcAft>
        <a:defRPr sz="13500">
          <a:solidFill>
            <a:schemeClr val="tx2"/>
          </a:solidFill>
          <a:latin typeface="Times New Roman" pitchFamily="18" charset="0"/>
        </a:defRPr>
      </a:lvl7pPr>
      <a:lvl8pPr marL="1263244" algn="ctr" defTabSz="2824753" rtl="0" eaLnBrk="0" fontAlgn="base" hangingPunct="0">
        <a:spcBef>
          <a:spcPct val="0"/>
        </a:spcBef>
        <a:spcAft>
          <a:spcPct val="0"/>
        </a:spcAft>
        <a:defRPr sz="13500">
          <a:solidFill>
            <a:schemeClr val="tx2"/>
          </a:solidFill>
          <a:latin typeface="Times New Roman" pitchFamily="18" charset="0"/>
        </a:defRPr>
      </a:lvl8pPr>
      <a:lvl9pPr marL="1684325" algn="ctr" defTabSz="2824753" rtl="0" eaLnBrk="0" fontAlgn="base" hangingPunct="0">
        <a:spcBef>
          <a:spcPct val="0"/>
        </a:spcBef>
        <a:spcAft>
          <a:spcPct val="0"/>
        </a:spcAft>
        <a:defRPr sz="13500">
          <a:solidFill>
            <a:schemeClr val="tx2"/>
          </a:solidFill>
          <a:latin typeface="Times New Roman" pitchFamily="18" charset="0"/>
        </a:defRPr>
      </a:lvl9pPr>
    </p:titleStyle>
    <p:bodyStyle>
      <a:lvl1pPr marL="1057275" indent="-1057275" algn="l" defTabSz="2824163" rtl="0" eaLnBrk="0" fontAlgn="base" hangingPunct="0">
        <a:spcBef>
          <a:spcPct val="20000"/>
        </a:spcBef>
        <a:spcAft>
          <a:spcPct val="0"/>
        </a:spcAft>
        <a:buChar char="•"/>
        <a:defRPr sz="10000">
          <a:solidFill>
            <a:schemeClr val="tx1"/>
          </a:solidFill>
          <a:latin typeface="+mn-lt"/>
          <a:ea typeface="+mn-ea"/>
          <a:cs typeface="+mn-cs"/>
        </a:defRPr>
      </a:lvl1pPr>
      <a:lvl2pPr marL="2293938" indent="-879475" algn="l" defTabSz="2824163" rtl="0" eaLnBrk="0" fontAlgn="base" hangingPunct="0">
        <a:spcBef>
          <a:spcPct val="20000"/>
        </a:spcBef>
        <a:spcAft>
          <a:spcPct val="0"/>
        </a:spcAft>
        <a:buChar char="–"/>
        <a:defRPr sz="8600">
          <a:solidFill>
            <a:schemeClr val="tx1"/>
          </a:solidFill>
          <a:latin typeface="+mn-lt"/>
        </a:defRPr>
      </a:lvl2pPr>
      <a:lvl3pPr marL="3532188" indent="-706438" algn="l" defTabSz="2824163" rtl="0" eaLnBrk="0" fontAlgn="base" hangingPunct="0">
        <a:spcBef>
          <a:spcPct val="20000"/>
        </a:spcBef>
        <a:spcAft>
          <a:spcPct val="0"/>
        </a:spcAft>
        <a:buChar char="•"/>
        <a:defRPr sz="7400">
          <a:solidFill>
            <a:schemeClr val="tx1"/>
          </a:solidFill>
          <a:latin typeface="+mn-lt"/>
        </a:defRPr>
      </a:lvl3pPr>
      <a:lvl4pPr marL="4946650" indent="-706438" algn="l" defTabSz="2824163" rtl="0" eaLnBrk="0" fontAlgn="base" hangingPunct="0">
        <a:spcBef>
          <a:spcPct val="20000"/>
        </a:spcBef>
        <a:spcAft>
          <a:spcPct val="0"/>
        </a:spcAft>
        <a:buChar char="–"/>
        <a:defRPr sz="6200">
          <a:solidFill>
            <a:schemeClr val="tx1"/>
          </a:solidFill>
          <a:latin typeface="+mn-lt"/>
        </a:defRPr>
      </a:lvl4pPr>
      <a:lvl5pPr marL="6362700" indent="-706438" algn="l" defTabSz="2824163" rtl="0" eaLnBrk="0" fontAlgn="base" hangingPunct="0">
        <a:spcBef>
          <a:spcPct val="20000"/>
        </a:spcBef>
        <a:spcAft>
          <a:spcPct val="0"/>
        </a:spcAft>
        <a:buChar char="»"/>
        <a:defRPr sz="6200">
          <a:solidFill>
            <a:schemeClr val="tx1"/>
          </a:solidFill>
          <a:latin typeface="+mn-lt"/>
        </a:defRPr>
      </a:lvl5pPr>
      <a:lvl6pPr marL="6784086" indent="-707650" algn="l" defTabSz="2824753" rtl="0" eaLnBrk="0" fontAlgn="base" hangingPunct="0">
        <a:spcBef>
          <a:spcPct val="20000"/>
        </a:spcBef>
        <a:spcAft>
          <a:spcPct val="0"/>
        </a:spcAft>
        <a:buChar char="»"/>
        <a:defRPr sz="6200">
          <a:solidFill>
            <a:schemeClr val="tx1"/>
          </a:solidFill>
          <a:latin typeface="+mn-lt"/>
        </a:defRPr>
      </a:lvl6pPr>
      <a:lvl7pPr marL="7205167" indent="-707650" algn="l" defTabSz="2824753" rtl="0" eaLnBrk="0" fontAlgn="base" hangingPunct="0">
        <a:spcBef>
          <a:spcPct val="20000"/>
        </a:spcBef>
        <a:spcAft>
          <a:spcPct val="0"/>
        </a:spcAft>
        <a:buChar char="»"/>
        <a:defRPr sz="6200">
          <a:solidFill>
            <a:schemeClr val="tx1"/>
          </a:solidFill>
          <a:latin typeface="+mn-lt"/>
        </a:defRPr>
      </a:lvl7pPr>
      <a:lvl8pPr marL="7626248" indent="-707650" algn="l" defTabSz="2824753" rtl="0" eaLnBrk="0" fontAlgn="base" hangingPunct="0">
        <a:spcBef>
          <a:spcPct val="20000"/>
        </a:spcBef>
        <a:spcAft>
          <a:spcPct val="0"/>
        </a:spcAft>
        <a:buChar char="»"/>
        <a:defRPr sz="6200">
          <a:solidFill>
            <a:schemeClr val="tx1"/>
          </a:solidFill>
          <a:latin typeface="+mn-lt"/>
        </a:defRPr>
      </a:lvl8pPr>
      <a:lvl9pPr marL="8047330" indent="-707650" algn="l" defTabSz="2824753" rtl="0" eaLnBrk="0" fontAlgn="base" hangingPunct="0">
        <a:spcBef>
          <a:spcPct val="20000"/>
        </a:spcBef>
        <a:spcAft>
          <a:spcPct val="0"/>
        </a:spcAft>
        <a:buChar char="»"/>
        <a:defRPr sz="6200">
          <a:solidFill>
            <a:schemeClr val="tx1"/>
          </a:solidFill>
          <a:latin typeface="+mn-lt"/>
        </a:defRPr>
      </a:lvl9pPr>
    </p:bodyStyle>
    <p:otherStyle>
      <a:defPPr>
        <a:defRPr lang="pt-BR"/>
      </a:defPPr>
      <a:lvl1pPr marL="0" algn="l" defTabSz="842162" rtl="0" eaLnBrk="1" latinLnBrk="0" hangingPunct="1">
        <a:defRPr sz="1700" kern="1200">
          <a:solidFill>
            <a:schemeClr val="tx1"/>
          </a:solidFill>
          <a:latin typeface="+mn-lt"/>
          <a:ea typeface="+mn-ea"/>
          <a:cs typeface="+mn-cs"/>
        </a:defRPr>
      </a:lvl1pPr>
      <a:lvl2pPr marL="421081" algn="l" defTabSz="842162" rtl="0" eaLnBrk="1" latinLnBrk="0" hangingPunct="1">
        <a:defRPr sz="1700" kern="1200">
          <a:solidFill>
            <a:schemeClr val="tx1"/>
          </a:solidFill>
          <a:latin typeface="+mn-lt"/>
          <a:ea typeface="+mn-ea"/>
          <a:cs typeface="+mn-cs"/>
        </a:defRPr>
      </a:lvl2pPr>
      <a:lvl3pPr marL="842162" algn="l" defTabSz="842162" rtl="0" eaLnBrk="1" latinLnBrk="0" hangingPunct="1">
        <a:defRPr sz="1700" kern="1200">
          <a:solidFill>
            <a:schemeClr val="tx1"/>
          </a:solidFill>
          <a:latin typeface="+mn-lt"/>
          <a:ea typeface="+mn-ea"/>
          <a:cs typeface="+mn-cs"/>
        </a:defRPr>
      </a:lvl3pPr>
      <a:lvl4pPr marL="1263244" algn="l" defTabSz="842162" rtl="0" eaLnBrk="1" latinLnBrk="0" hangingPunct="1">
        <a:defRPr sz="1700" kern="1200">
          <a:solidFill>
            <a:schemeClr val="tx1"/>
          </a:solidFill>
          <a:latin typeface="+mn-lt"/>
          <a:ea typeface="+mn-ea"/>
          <a:cs typeface="+mn-cs"/>
        </a:defRPr>
      </a:lvl4pPr>
      <a:lvl5pPr marL="1684325" algn="l" defTabSz="842162" rtl="0" eaLnBrk="1" latinLnBrk="0" hangingPunct="1">
        <a:defRPr sz="1700" kern="1200">
          <a:solidFill>
            <a:schemeClr val="tx1"/>
          </a:solidFill>
          <a:latin typeface="+mn-lt"/>
          <a:ea typeface="+mn-ea"/>
          <a:cs typeface="+mn-cs"/>
        </a:defRPr>
      </a:lvl5pPr>
      <a:lvl6pPr marL="2105406" algn="l" defTabSz="842162" rtl="0" eaLnBrk="1" latinLnBrk="0" hangingPunct="1">
        <a:defRPr sz="1700" kern="1200">
          <a:solidFill>
            <a:schemeClr val="tx1"/>
          </a:solidFill>
          <a:latin typeface="+mn-lt"/>
          <a:ea typeface="+mn-ea"/>
          <a:cs typeface="+mn-cs"/>
        </a:defRPr>
      </a:lvl6pPr>
      <a:lvl7pPr marL="2526487" algn="l" defTabSz="842162" rtl="0" eaLnBrk="1" latinLnBrk="0" hangingPunct="1">
        <a:defRPr sz="1700" kern="1200">
          <a:solidFill>
            <a:schemeClr val="tx1"/>
          </a:solidFill>
          <a:latin typeface="+mn-lt"/>
          <a:ea typeface="+mn-ea"/>
          <a:cs typeface="+mn-cs"/>
        </a:defRPr>
      </a:lvl7pPr>
      <a:lvl8pPr marL="2947568" algn="l" defTabSz="842162" rtl="0" eaLnBrk="1" latinLnBrk="0" hangingPunct="1">
        <a:defRPr sz="1700" kern="1200">
          <a:solidFill>
            <a:schemeClr val="tx1"/>
          </a:solidFill>
          <a:latin typeface="+mn-lt"/>
          <a:ea typeface="+mn-ea"/>
          <a:cs typeface="+mn-cs"/>
        </a:defRPr>
      </a:lvl8pPr>
      <a:lvl9pPr marL="3368650" algn="l" defTabSz="84216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33">
            <a:extLst>
              <a:ext uri="{FF2B5EF4-FFF2-40B4-BE49-F238E27FC236}">
                <a16:creationId xmlns:a16="http://schemas.microsoft.com/office/drawing/2014/main" id="{5433615B-E3FB-CEF8-8835-EC5727C8A48E}"/>
              </a:ext>
            </a:extLst>
          </p:cNvPr>
          <p:cNvSpPr>
            <a:spLocks noChangeArrowheads="1"/>
          </p:cNvSpPr>
          <p:nvPr/>
        </p:nvSpPr>
        <p:spPr bwMode="auto">
          <a:xfrm>
            <a:off x="18864263" y="22058313"/>
            <a:ext cx="0" cy="230187"/>
          </a:xfrm>
          <a:prstGeom prst="rect">
            <a:avLst/>
          </a:prstGeom>
          <a:solidFill>
            <a:srgbClr val="C0C0C0"/>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defTabSz="561975">
              <a:defRPr sz="1700">
                <a:solidFill>
                  <a:schemeClr val="tx1"/>
                </a:solidFill>
                <a:latin typeface="Times New Roman" panose="02020603050405020304" pitchFamily="18" charset="0"/>
              </a:defRPr>
            </a:lvl1pPr>
            <a:lvl2pPr marL="742950" indent="-285750" defTabSz="561975">
              <a:defRPr sz="1700">
                <a:solidFill>
                  <a:schemeClr val="tx1"/>
                </a:solidFill>
                <a:latin typeface="Times New Roman" panose="02020603050405020304" pitchFamily="18" charset="0"/>
              </a:defRPr>
            </a:lvl2pPr>
            <a:lvl3pPr marL="1143000" indent="-228600" defTabSz="561975">
              <a:defRPr sz="1700">
                <a:solidFill>
                  <a:schemeClr val="tx1"/>
                </a:solidFill>
                <a:latin typeface="Times New Roman" panose="02020603050405020304" pitchFamily="18" charset="0"/>
              </a:defRPr>
            </a:lvl3pPr>
            <a:lvl4pPr marL="1600200" indent="-228600" defTabSz="561975">
              <a:defRPr sz="1700">
                <a:solidFill>
                  <a:schemeClr val="tx1"/>
                </a:solidFill>
                <a:latin typeface="Times New Roman" panose="02020603050405020304" pitchFamily="18" charset="0"/>
              </a:defRPr>
            </a:lvl4pPr>
            <a:lvl5pPr marL="2057400" indent="-228600" defTabSz="561975">
              <a:defRPr sz="1700">
                <a:solidFill>
                  <a:schemeClr val="tx1"/>
                </a:solidFill>
                <a:latin typeface="Times New Roman" panose="02020603050405020304" pitchFamily="18" charset="0"/>
              </a:defRPr>
            </a:lvl5pPr>
            <a:lvl6pPr marL="2514600" indent="-228600" defTabSz="561975"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561975"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561975"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561975" eaLnBrk="0" fontAlgn="base" hangingPunct="0">
              <a:spcBef>
                <a:spcPct val="0"/>
              </a:spcBef>
              <a:spcAft>
                <a:spcPct val="0"/>
              </a:spcAft>
              <a:defRPr sz="1700">
                <a:solidFill>
                  <a:schemeClr val="tx1"/>
                </a:solidFill>
                <a:latin typeface="Times New Roman" panose="02020603050405020304" pitchFamily="18" charset="0"/>
              </a:defRPr>
            </a:lvl9pPr>
          </a:lstStyle>
          <a:p>
            <a:endParaRPr lang="pt-BR" altLang="pt-BR" sz="1500"/>
          </a:p>
        </p:txBody>
      </p:sp>
      <p:sp>
        <p:nvSpPr>
          <p:cNvPr id="2051" name="Line 606">
            <a:extLst>
              <a:ext uri="{FF2B5EF4-FFF2-40B4-BE49-F238E27FC236}">
                <a16:creationId xmlns:a16="http://schemas.microsoft.com/office/drawing/2014/main" id="{99ED2681-7542-8DB7-8E86-36D4EF9D8614}"/>
              </a:ext>
            </a:extLst>
          </p:cNvPr>
          <p:cNvSpPr>
            <a:spLocks noChangeShapeType="1"/>
          </p:cNvSpPr>
          <p:nvPr/>
        </p:nvSpPr>
        <p:spPr bwMode="auto">
          <a:xfrm>
            <a:off x="1347788" y="17387888"/>
            <a:ext cx="0" cy="56991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2" name="Line 618">
            <a:extLst>
              <a:ext uri="{FF2B5EF4-FFF2-40B4-BE49-F238E27FC236}">
                <a16:creationId xmlns:a16="http://schemas.microsoft.com/office/drawing/2014/main" id="{EFD20D44-FF18-D2F5-2CF4-B5473E362CC9}"/>
              </a:ext>
            </a:extLst>
          </p:cNvPr>
          <p:cNvSpPr>
            <a:spLocks noChangeShapeType="1"/>
          </p:cNvSpPr>
          <p:nvPr/>
        </p:nvSpPr>
        <p:spPr bwMode="auto">
          <a:xfrm>
            <a:off x="13762038" y="17387888"/>
            <a:ext cx="0" cy="56991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3" name="Line 723">
            <a:extLst>
              <a:ext uri="{FF2B5EF4-FFF2-40B4-BE49-F238E27FC236}">
                <a16:creationId xmlns:a16="http://schemas.microsoft.com/office/drawing/2014/main" id="{E5CD1EE2-D572-E218-ED7D-1B63997573D7}"/>
              </a:ext>
            </a:extLst>
          </p:cNvPr>
          <p:cNvSpPr>
            <a:spLocks noChangeShapeType="1"/>
          </p:cNvSpPr>
          <p:nvPr/>
        </p:nvSpPr>
        <p:spPr bwMode="auto">
          <a:xfrm>
            <a:off x="1347788" y="17957800"/>
            <a:ext cx="0" cy="6683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4" name="Line 743">
            <a:extLst>
              <a:ext uri="{FF2B5EF4-FFF2-40B4-BE49-F238E27FC236}">
                <a16:creationId xmlns:a16="http://schemas.microsoft.com/office/drawing/2014/main" id="{A39BE6B3-F009-B340-764B-DB7CE0449EC7}"/>
              </a:ext>
            </a:extLst>
          </p:cNvPr>
          <p:cNvSpPr>
            <a:spLocks noChangeShapeType="1"/>
          </p:cNvSpPr>
          <p:nvPr/>
        </p:nvSpPr>
        <p:spPr bwMode="auto">
          <a:xfrm>
            <a:off x="13762038" y="17957800"/>
            <a:ext cx="0" cy="6683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5" name="Line 757">
            <a:extLst>
              <a:ext uri="{FF2B5EF4-FFF2-40B4-BE49-F238E27FC236}">
                <a16:creationId xmlns:a16="http://schemas.microsoft.com/office/drawing/2014/main" id="{F8C91079-42D7-9978-B556-268DCCCB4164}"/>
              </a:ext>
            </a:extLst>
          </p:cNvPr>
          <p:cNvSpPr>
            <a:spLocks noChangeShapeType="1"/>
          </p:cNvSpPr>
          <p:nvPr/>
        </p:nvSpPr>
        <p:spPr bwMode="auto">
          <a:xfrm>
            <a:off x="1347788" y="18626138"/>
            <a:ext cx="0" cy="6683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6" name="Line 777">
            <a:extLst>
              <a:ext uri="{FF2B5EF4-FFF2-40B4-BE49-F238E27FC236}">
                <a16:creationId xmlns:a16="http://schemas.microsoft.com/office/drawing/2014/main" id="{205D2B31-3973-5469-159B-0C4B90C499BB}"/>
              </a:ext>
            </a:extLst>
          </p:cNvPr>
          <p:cNvSpPr>
            <a:spLocks noChangeShapeType="1"/>
          </p:cNvSpPr>
          <p:nvPr/>
        </p:nvSpPr>
        <p:spPr bwMode="auto">
          <a:xfrm>
            <a:off x="13762038" y="18626138"/>
            <a:ext cx="0" cy="6683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7" name="Line 778">
            <a:extLst>
              <a:ext uri="{FF2B5EF4-FFF2-40B4-BE49-F238E27FC236}">
                <a16:creationId xmlns:a16="http://schemas.microsoft.com/office/drawing/2014/main" id="{3BC443CD-859A-6DC3-8C6B-1B7B69DBBA01}"/>
              </a:ext>
            </a:extLst>
          </p:cNvPr>
          <p:cNvSpPr>
            <a:spLocks noChangeShapeType="1"/>
          </p:cNvSpPr>
          <p:nvPr/>
        </p:nvSpPr>
        <p:spPr bwMode="auto">
          <a:xfrm>
            <a:off x="1347788" y="19294475"/>
            <a:ext cx="0" cy="7302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8" name="Line 779">
            <a:extLst>
              <a:ext uri="{FF2B5EF4-FFF2-40B4-BE49-F238E27FC236}">
                <a16:creationId xmlns:a16="http://schemas.microsoft.com/office/drawing/2014/main" id="{C13717CB-14F2-BEBE-1D9D-57C57941D2C0}"/>
              </a:ext>
            </a:extLst>
          </p:cNvPr>
          <p:cNvSpPr>
            <a:spLocks noChangeShapeType="1"/>
          </p:cNvSpPr>
          <p:nvPr/>
        </p:nvSpPr>
        <p:spPr bwMode="auto">
          <a:xfrm>
            <a:off x="13762038" y="19294475"/>
            <a:ext cx="0" cy="7302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84216" tIns="42108" rIns="84216" bIns="42108"/>
          <a:lstStyle/>
          <a:p>
            <a:endParaRPr lang="pt-BR"/>
          </a:p>
        </p:txBody>
      </p:sp>
      <p:sp>
        <p:nvSpPr>
          <p:cNvPr id="2059" name="Text Box 77">
            <a:extLst>
              <a:ext uri="{FF2B5EF4-FFF2-40B4-BE49-F238E27FC236}">
                <a16:creationId xmlns:a16="http://schemas.microsoft.com/office/drawing/2014/main" id="{1E4F3A46-419E-9FE9-7BE4-13EF6CE66351}"/>
              </a:ext>
            </a:extLst>
          </p:cNvPr>
          <p:cNvSpPr txBox="1">
            <a:spLocks noChangeArrowheads="1"/>
          </p:cNvSpPr>
          <p:nvPr/>
        </p:nvSpPr>
        <p:spPr bwMode="auto">
          <a:xfrm>
            <a:off x="4248150" y="5459413"/>
            <a:ext cx="691356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11188">
              <a:defRPr sz="1700">
                <a:solidFill>
                  <a:schemeClr val="tx1"/>
                </a:solidFill>
                <a:latin typeface="Times New Roman" panose="02020603050405020304" pitchFamily="18" charset="0"/>
              </a:defRPr>
            </a:lvl1pPr>
            <a:lvl2pPr marL="742950" indent="-285750" defTabSz="611188">
              <a:defRPr sz="1700">
                <a:solidFill>
                  <a:schemeClr val="tx1"/>
                </a:solidFill>
                <a:latin typeface="Times New Roman" panose="02020603050405020304" pitchFamily="18" charset="0"/>
              </a:defRPr>
            </a:lvl2pPr>
            <a:lvl3pPr marL="1143000" indent="-228600" defTabSz="611188">
              <a:defRPr sz="1700">
                <a:solidFill>
                  <a:schemeClr val="tx1"/>
                </a:solidFill>
                <a:latin typeface="Times New Roman" panose="02020603050405020304" pitchFamily="18" charset="0"/>
              </a:defRPr>
            </a:lvl3pPr>
            <a:lvl4pPr marL="1600200" indent="-228600" defTabSz="611188">
              <a:defRPr sz="1700">
                <a:solidFill>
                  <a:schemeClr val="tx1"/>
                </a:solidFill>
                <a:latin typeface="Times New Roman" panose="02020603050405020304" pitchFamily="18" charset="0"/>
              </a:defRPr>
            </a:lvl4pPr>
            <a:lvl5pPr marL="2057400" indent="-228600" defTabSz="611188">
              <a:defRPr sz="1700">
                <a:solidFill>
                  <a:schemeClr val="tx1"/>
                </a:solidFill>
                <a:latin typeface="Times New Roman" panose="02020603050405020304" pitchFamily="18" charset="0"/>
              </a:defRPr>
            </a:lvl5pPr>
            <a:lvl6pPr marL="2514600" indent="-228600" defTabSz="611188"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1188"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1188"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1188" eaLnBrk="0" fontAlgn="base" hangingPunct="0">
              <a:spcBef>
                <a:spcPct val="0"/>
              </a:spcBef>
              <a:spcAft>
                <a:spcPct val="0"/>
              </a:spcAft>
              <a:defRPr sz="1700">
                <a:solidFill>
                  <a:schemeClr val="tx1"/>
                </a:solidFill>
                <a:latin typeface="Times New Roman" panose="02020603050405020304" pitchFamily="18" charset="0"/>
              </a:defRPr>
            </a:lvl9pPr>
          </a:lstStyle>
          <a:p>
            <a:pPr algn="ctr">
              <a:spcBef>
                <a:spcPct val="50000"/>
              </a:spcBef>
            </a:pPr>
            <a:r>
              <a:rPr lang="pt-BR" altLang="pt-BR" sz="3300" b="1">
                <a:solidFill>
                  <a:srgbClr val="C00000"/>
                </a:solidFill>
                <a:latin typeface="Arial" panose="020B0604020202020204" pitchFamily="34" charset="0"/>
              </a:rPr>
              <a:t>INTRODUÇÃO</a:t>
            </a:r>
          </a:p>
        </p:txBody>
      </p:sp>
      <p:sp>
        <p:nvSpPr>
          <p:cNvPr id="2060" name="Text Box 106">
            <a:extLst>
              <a:ext uri="{FF2B5EF4-FFF2-40B4-BE49-F238E27FC236}">
                <a16:creationId xmlns:a16="http://schemas.microsoft.com/office/drawing/2014/main" id="{F17372ED-287D-57CD-7751-F75D186555A8}"/>
              </a:ext>
            </a:extLst>
          </p:cNvPr>
          <p:cNvSpPr txBox="1">
            <a:spLocks noChangeArrowheads="1"/>
          </p:cNvSpPr>
          <p:nvPr/>
        </p:nvSpPr>
        <p:spPr bwMode="auto">
          <a:xfrm>
            <a:off x="1665288" y="11536363"/>
            <a:ext cx="126523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defTabSz="611188">
              <a:defRPr sz="1700">
                <a:solidFill>
                  <a:schemeClr val="tx1"/>
                </a:solidFill>
                <a:latin typeface="Times New Roman" panose="02020603050405020304" pitchFamily="18" charset="0"/>
              </a:defRPr>
            </a:lvl1pPr>
            <a:lvl2pPr marL="742950" indent="-285750" defTabSz="611188">
              <a:defRPr sz="1700">
                <a:solidFill>
                  <a:schemeClr val="tx1"/>
                </a:solidFill>
                <a:latin typeface="Times New Roman" panose="02020603050405020304" pitchFamily="18" charset="0"/>
              </a:defRPr>
            </a:lvl2pPr>
            <a:lvl3pPr marL="1143000" indent="-228600" defTabSz="611188">
              <a:defRPr sz="1700">
                <a:solidFill>
                  <a:schemeClr val="tx1"/>
                </a:solidFill>
                <a:latin typeface="Times New Roman" panose="02020603050405020304" pitchFamily="18" charset="0"/>
              </a:defRPr>
            </a:lvl3pPr>
            <a:lvl4pPr marL="1600200" indent="-228600" defTabSz="611188">
              <a:defRPr sz="1700">
                <a:solidFill>
                  <a:schemeClr val="tx1"/>
                </a:solidFill>
                <a:latin typeface="Times New Roman" panose="02020603050405020304" pitchFamily="18" charset="0"/>
              </a:defRPr>
            </a:lvl4pPr>
            <a:lvl5pPr marL="2057400" indent="-228600" defTabSz="611188">
              <a:defRPr sz="1700">
                <a:solidFill>
                  <a:schemeClr val="tx1"/>
                </a:solidFill>
                <a:latin typeface="Times New Roman" panose="02020603050405020304" pitchFamily="18" charset="0"/>
              </a:defRPr>
            </a:lvl5pPr>
            <a:lvl6pPr marL="2514600" indent="-228600" defTabSz="611188"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1188"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1188"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1188" eaLnBrk="0" fontAlgn="base" hangingPunct="0">
              <a:spcBef>
                <a:spcPct val="0"/>
              </a:spcBef>
              <a:spcAft>
                <a:spcPct val="0"/>
              </a:spcAft>
              <a:defRPr sz="1700">
                <a:solidFill>
                  <a:schemeClr val="tx1"/>
                </a:solidFill>
                <a:latin typeface="Times New Roman" panose="02020603050405020304" pitchFamily="18" charset="0"/>
              </a:defRPr>
            </a:lvl9pPr>
          </a:lstStyle>
          <a:p>
            <a:pPr algn="ctr">
              <a:spcBef>
                <a:spcPct val="50000"/>
              </a:spcBef>
            </a:pPr>
            <a:r>
              <a:rPr lang="pt-BR" altLang="pt-BR" sz="3300" b="1" dirty="0">
                <a:solidFill>
                  <a:srgbClr val="C00000"/>
                </a:solidFill>
                <a:latin typeface="Arial"/>
                <a:cs typeface="Arial"/>
              </a:rPr>
              <a:t>DESENVOLVIMENTO</a:t>
            </a:r>
          </a:p>
        </p:txBody>
      </p:sp>
      <p:sp>
        <p:nvSpPr>
          <p:cNvPr id="2061" name="Rectangle 2">
            <a:extLst>
              <a:ext uri="{FF2B5EF4-FFF2-40B4-BE49-F238E27FC236}">
                <a16:creationId xmlns:a16="http://schemas.microsoft.com/office/drawing/2014/main" id="{530F423F-B0D2-34D5-EFBC-59BC480D12DD}"/>
              </a:ext>
            </a:extLst>
          </p:cNvPr>
          <p:cNvSpPr>
            <a:spLocks noChangeArrowheads="1"/>
          </p:cNvSpPr>
          <p:nvPr/>
        </p:nvSpPr>
        <p:spPr bwMode="auto">
          <a:xfrm>
            <a:off x="8291513" y="173038"/>
            <a:ext cx="196770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ctr"/>
            <a:r>
              <a:rPr lang="pt-BR" altLang="pt-BR" sz="6000" b="1" dirty="0">
                <a:solidFill>
                  <a:srgbClr val="C00000"/>
                </a:solidFill>
                <a:latin typeface="Arial"/>
                <a:cs typeface="Arial"/>
              </a:rPr>
              <a:t>TÍTULO</a:t>
            </a:r>
            <a:endParaRPr lang="pt-BR" dirty="0"/>
          </a:p>
        </p:txBody>
      </p:sp>
      <p:sp>
        <p:nvSpPr>
          <p:cNvPr id="2062" name="Rectangle 11">
            <a:extLst>
              <a:ext uri="{FF2B5EF4-FFF2-40B4-BE49-F238E27FC236}">
                <a16:creationId xmlns:a16="http://schemas.microsoft.com/office/drawing/2014/main" id="{3F97047F-4E8F-F889-3662-E38FCCCC4DA4}"/>
              </a:ext>
            </a:extLst>
          </p:cNvPr>
          <p:cNvSpPr>
            <a:spLocks noChangeArrowheads="1"/>
          </p:cNvSpPr>
          <p:nvPr/>
        </p:nvSpPr>
        <p:spPr bwMode="auto">
          <a:xfrm>
            <a:off x="0" y="4857750"/>
            <a:ext cx="28803600" cy="261938"/>
          </a:xfrm>
          <a:prstGeom prst="rect">
            <a:avLst/>
          </a:prstGeom>
          <a:solidFill>
            <a:srgbClr val="C00000"/>
          </a:solidFill>
          <a:ln w="9525">
            <a:solidFill>
              <a:srgbClr val="C00000"/>
            </a:solidFill>
            <a:miter lim="800000"/>
            <a:headEnd/>
            <a:tailEnd/>
          </a:ln>
        </p:spPr>
        <p:txBody>
          <a:bodyPr lIns="0" tIns="0" rIns="0" bIns="0">
            <a:spAutoFit/>
          </a:bodyPr>
          <a:lstStyle>
            <a:lvl1pPr>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endParaRPr lang="pt-BR" altLang="pt-BR">
              <a:solidFill>
                <a:srgbClr val="C00000"/>
              </a:solidFill>
            </a:endParaRPr>
          </a:p>
        </p:txBody>
      </p:sp>
      <p:sp>
        <p:nvSpPr>
          <p:cNvPr id="2063" name="Rectangle 99">
            <a:extLst>
              <a:ext uri="{FF2B5EF4-FFF2-40B4-BE49-F238E27FC236}">
                <a16:creationId xmlns:a16="http://schemas.microsoft.com/office/drawing/2014/main" id="{95C8810C-E452-9B92-524E-7883BAB45C10}"/>
              </a:ext>
            </a:extLst>
          </p:cNvPr>
          <p:cNvSpPr>
            <a:spLocks noChangeArrowheads="1"/>
          </p:cNvSpPr>
          <p:nvPr/>
        </p:nvSpPr>
        <p:spPr bwMode="auto">
          <a:xfrm>
            <a:off x="9850438" y="2089150"/>
            <a:ext cx="16456025" cy="1492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defTabSz="561975">
              <a:defRPr sz="1700">
                <a:solidFill>
                  <a:schemeClr val="tx1"/>
                </a:solidFill>
                <a:latin typeface="Times New Roman" panose="02020603050405020304" pitchFamily="18" charset="0"/>
              </a:defRPr>
            </a:lvl1pPr>
            <a:lvl2pPr marL="742950" indent="-285750" defTabSz="561975">
              <a:defRPr sz="1700">
                <a:solidFill>
                  <a:schemeClr val="tx1"/>
                </a:solidFill>
                <a:latin typeface="Times New Roman" panose="02020603050405020304" pitchFamily="18" charset="0"/>
              </a:defRPr>
            </a:lvl2pPr>
            <a:lvl3pPr marL="1143000" indent="-228600" defTabSz="561975">
              <a:defRPr sz="1700">
                <a:solidFill>
                  <a:schemeClr val="tx1"/>
                </a:solidFill>
                <a:latin typeface="Times New Roman" panose="02020603050405020304" pitchFamily="18" charset="0"/>
              </a:defRPr>
            </a:lvl3pPr>
            <a:lvl4pPr marL="1600200" indent="-228600" defTabSz="561975">
              <a:defRPr sz="1700">
                <a:solidFill>
                  <a:schemeClr val="tx1"/>
                </a:solidFill>
                <a:latin typeface="Times New Roman" panose="02020603050405020304" pitchFamily="18" charset="0"/>
              </a:defRPr>
            </a:lvl4pPr>
            <a:lvl5pPr marL="2057400" indent="-228600" defTabSz="561975">
              <a:defRPr sz="1700">
                <a:solidFill>
                  <a:schemeClr val="tx1"/>
                </a:solidFill>
                <a:latin typeface="Times New Roman" panose="02020603050405020304" pitchFamily="18" charset="0"/>
              </a:defRPr>
            </a:lvl5pPr>
            <a:lvl6pPr marL="2514600" indent="-228600" defTabSz="561975"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561975"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561975"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561975" eaLnBrk="0" fontAlgn="base" hangingPunct="0">
              <a:spcBef>
                <a:spcPct val="0"/>
              </a:spcBef>
              <a:spcAft>
                <a:spcPct val="0"/>
              </a:spcAft>
              <a:defRPr sz="1700">
                <a:solidFill>
                  <a:schemeClr val="tx1"/>
                </a:solidFill>
                <a:latin typeface="Times New Roman" panose="02020603050405020304" pitchFamily="18" charset="0"/>
              </a:defRPr>
            </a:lvl9pPr>
          </a:lstStyle>
          <a:p>
            <a:pPr algn="ctr"/>
            <a:r>
              <a:rPr lang="es-ES_tradnl" altLang="pt-BR" sz="3700" b="1" i="1" dirty="0">
                <a:latin typeface="Arial"/>
                <a:cs typeface="Arial"/>
              </a:rPr>
              <a:t>Nome Completo </a:t>
            </a:r>
          </a:p>
          <a:p>
            <a:pPr algn="ctr"/>
            <a:r>
              <a:rPr lang="es-ES_tradnl" altLang="pt-BR" sz="3200" b="1" i="1" dirty="0">
                <a:solidFill>
                  <a:srgbClr val="000099"/>
                </a:solidFill>
                <a:latin typeface="Arial"/>
                <a:cs typeface="Arial"/>
              </a:rPr>
              <a:t>aluno@edu.catolicasc.org.br</a:t>
            </a:r>
          </a:p>
          <a:p>
            <a:pPr algn="ctr"/>
            <a:r>
              <a:rPr lang="pt-BR" altLang="pt-BR" sz="2800" b="1" i="1" dirty="0">
                <a:solidFill>
                  <a:srgbClr val="C00000"/>
                </a:solidFill>
                <a:latin typeface="Arial"/>
                <a:cs typeface="Arial"/>
              </a:rPr>
              <a:t>Graduando do curso de Bacharelado em Engenharia de Software da Católica de SC</a:t>
            </a:r>
            <a:endParaRPr lang="pt-BR" altLang="pt-BR" sz="2800" b="1" i="1" baseline="30000" dirty="0">
              <a:solidFill>
                <a:srgbClr val="C00000"/>
              </a:solidFill>
              <a:latin typeface="Arial"/>
              <a:cs typeface="Arial"/>
            </a:endParaRPr>
          </a:p>
        </p:txBody>
      </p:sp>
      <p:sp>
        <p:nvSpPr>
          <p:cNvPr id="2064" name="Text Box 957">
            <a:extLst>
              <a:ext uri="{FF2B5EF4-FFF2-40B4-BE49-F238E27FC236}">
                <a16:creationId xmlns:a16="http://schemas.microsoft.com/office/drawing/2014/main" id="{6677B341-EAE7-26E1-6F1D-0A4FF77A0349}"/>
              </a:ext>
            </a:extLst>
          </p:cNvPr>
          <p:cNvSpPr txBox="1">
            <a:spLocks noChangeArrowheads="1"/>
          </p:cNvSpPr>
          <p:nvPr/>
        </p:nvSpPr>
        <p:spPr bwMode="auto">
          <a:xfrm>
            <a:off x="18041938" y="24863425"/>
            <a:ext cx="6916737"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11188">
              <a:defRPr sz="1700">
                <a:solidFill>
                  <a:schemeClr val="tx1"/>
                </a:solidFill>
                <a:latin typeface="Times New Roman" panose="02020603050405020304" pitchFamily="18" charset="0"/>
              </a:defRPr>
            </a:lvl1pPr>
            <a:lvl2pPr marL="742950" indent="-285750" defTabSz="611188">
              <a:defRPr sz="1700">
                <a:solidFill>
                  <a:schemeClr val="tx1"/>
                </a:solidFill>
                <a:latin typeface="Times New Roman" panose="02020603050405020304" pitchFamily="18" charset="0"/>
              </a:defRPr>
            </a:lvl2pPr>
            <a:lvl3pPr marL="1143000" indent="-228600" defTabSz="611188">
              <a:defRPr sz="1700">
                <a:solidFill>
                  <a:schemeClr val="tx1"/>
                </a:solidFill>
                <a:latin typeface="Times New Roman" panose="02020603050405020304" pitchFamily="18" charset="0"/>
              </a:defRPr>
            </a:lvl3pPr>
            <a:lvl4pPr marL="1600200" indent="-228600" defTabSz="611188">
              <a:defRPr sz="1700">
                <a:solidFill>
                  <a:schemeClr val="tx1"/>
                </a:solidFill>
                <a:latin typeface="Times New Roman" panose="02020603050405020304" pitchFamily="18" charset="0"/>
              </a:defRPr>
            </a:lvl4pPr>
            <a:lvl5pPr marL="2057400" indent="-228600" defTabSz="611188">
              <a:defRPr sz="1700">
                <a:solidFill>
                  <a:schemeClr val="tx1"/>
                </a:solidFill>
                <a:latin typeface="Times New Roman" panose="02020603050405020304" pitchFamily="18" charset="0"/>
              </a:defRPr>
            </a:lvl5pPr>
            <a:lvl6pPr marL="2514600" indent="-228600" defTabSz="611188"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1188"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1188"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1188" eaLnBrk="0" fontAlgn="base" hangingPunct="0">
              <a:spcBef>
                <a:spcPct val="0"/>
              </a:spcBef>
              <a:spcAft>
                <a:spcPct val="0"/>
              </a:spcAft>
              <a:defRPr sz="1700">
                <a:solidFill>
                  <a:schemeClr val="tx1"/>
                </a:solidFill>
                <a:latin typeface="Times New Roman" panose="02020603050405020304" pitchFamily="18" charset="0"/>
              </a:defRPr>
            </a:lvl9pPr>
          </a:lstStyle>
          <a:p>
            <a:pPr algn="ctr">
              <a:spcBef>
                <a:spcPct val="50000"/>
              </a:spcBef>
            </a:pPr>
            <a:r>
              <a:rPr lang="pt-BR" altLang="pt-BR" sz="3300" b="1">
                <a:solidFill>
                  <a:srgbClr val="C00000"/>
                </a:solidFill>
                <a:latin typeface="Arial" panose="020B0604020202020204" pitchFamily="34" charset="0"/>
              </a:rPr>
              <a:t>CONCLUSÕES</a:t>
            </a:r>
          </a:p>
        </p:txBody>
      </p:sp>
      <p:sp>
        <p:nvSpPr>
          <p:cNvPr id="2065" name="Rectangle 1076">
            <a:extLst>
              <a:ext uri="{FF2B5EF4-FFF2-40B4-BE49-F238E27FC236}">
                <a16:creationId xmlns:a16="http://schemas.microsoft.com/office/drawing/2014/main" id="{24631BC1-3CE5-CC08-AD8E-A292C7142710}"/>
              </a:ext>
            </a:extLst>
          </p:cNvPr>
          <p:cNvSpPr>
            <a:spLocks noChangeArrowheads="1"/>
          </p:cNvSpPr>
          <p:nvPr/>
        </p:nvSpPr>
        <p:spPr bwMode="auto">
          <a:xfrm>
            <a:off x="1312863" y="5984875"/>
            <a:ext cx="13004800" cy="547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nchor="t">
            <a:spAutoFit/>
          </a:bodyPr>
          <a:lstStyle>
            <a:lvl1pPr>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just"/>
            <a:r>
              <a:rPr lang="pt-BR" sz="2600" dirty="0">
                <a:highlight>
                  <a:srgbClr val="FFFF00"/>
                </a:highlight>
                <a:latin typeface="Arial"/>
                <a:cs typeface="Arial"/>
              </a:rPr>
              <a:t>A introdução apresenta os objetivos do trabalho, bem como as razões de sua elaboração. Tem caráter didático de apresentação (Seja breve). Deve abordar:</a:t>
            </a:r>
            <a:endParaRPr lang="pt-BR" dirty="0">
              <a:highlight>
                <a:srgbClr val="FFFF00"/>
              </a:highlight>
              <a:cs typeface="Times New Roman" panose="02020603050405020304" pitchFamily="18" charset="0"/>
            </a:endParaRPr>
          </a:p>
          <a:p>
            <a:pPr algn="just"/>
            <a:r>
              <a:rPr lang="pt-BR" sz="2600" dirty="0">
                <a:latin typeface="Arial"/>
                <a:cs typeface="Arial"/>
              </a:rPr>
              <a:t>  </a:t>
            </a:r>
            <a:r>
              <a:rPr lang="pt-BR" sz="2600" dirty="0">
                <a:highlight>
                  <a:srgbClr val="FFFF00"/>
                </a:highlight>
                <a:latin typeface="Arial"/>
                <a:cs typeface="Arial"/>
              </a:rPr>
              <a:t>O contexto e problema forma clara e objetiva e resumida (Referência) de acordo com a RFC.</a:t>
            </a:r>
            <a:endParaRPr lang="pt-BR" dirty="0">
              <a:highlight>
                <a:srgbClr val="FFFF00"/>
              </a:highlight>
              <a:cs typeface="Times New Roman"/>
            </a:endParaRPr>
          </a:p>
          <a:p>
            <a:pPr algn="just"/>
            <a:r>
              <a:rPr lang="pt-BR" sz="2600" dirty="0">
                <a:highlight>
                  <a:srgbClr val="FFFF00"/>
                </a:highlight>
                <a:latin typeface="Arial"/>
                <a:cs typeface="Arial"/>
              </a:rPr>
              <a:t>  A justificativa, destacando a importância do seu projeto (Referência) de acordo com a RFC.</a:t>
            </a:r>
          </a:p>
          <a:p>
            <a:pPr algn="just"/>
            <a:r>
              <a:rPr lang="pt-BR" sz="2600" dirty="0">
                <a:highlight>
                  <a:srgbClr val="FFFF00"/>
                </a:highlight>
                <a:latin typeface="Arial"/>
                <a:cs typeface="Arial"/>
              </a:rPr>
              <a:t>  Objetivo geral e solução proposta de acordo com a RFC.</a:t>
            </a:r>
          </a:p>
          <a:p>
            <a:pPr algn="just"/>
            <a:r>
              <a:rPr lang="pt-BR" sz="2600" dirty="0">
                <a:latin typeface="Arial"/>
                <a:cs typeface="Times New Roman"/>
              </a:rPr>
              <a:t> </a:t>
            </a:r>
            <a:r>
              <a:rPr lang="pt-BR" sz="2600" err="1">
                <a:latin typeface="Arial"/>
                <a:cs typeface="Times New Roman"/>
              </a:rPr>
              <a:t>Lorem</a:t>
            </a:r>
            <a:r>
              <a:rPr lang="pt-BR" sz="2600" dirty="0">
                <a:latin typeface="Arial"/>
                <a:cs typeface="Times New Roman"/>
              </a:rPr>
              <a:t> ipsum tempus </a:t>
            </a:r>
            <a:r>
              <a:rPr lang="pt-BR" sz="2600" err="1">
                <a:latin typeface="Arial"/>
                <a:cs typeface="Times New Roman"/>
              </a:rPr>
              <a:t>quam</a:t>
            </a:r>
            <a:r>
              <a:rPr lang="pt-BR" sz="2600" dirty="0">
                <a:latin typeface="Arial"/>
                <a:cs typeface="Times New Roman"/>
              </a:rPr>
              <a:t> </a:t>
            </a:r>
            <a:r>
              <a:rPr lang="pt-BR" sz="2600" err="1">
                <a:latin typeface="Arial"/>
                <a:cs typeface="Times New Roman"/>
              </a:rPr>
              <a:t>proin</a:t>
            </a:r>
            <a:r>
              <a:rPr lang="pt-BR" sz="2600" dirty="0">
                <a:latin typeface="Arial"/>
                <a:cs typeface="Times New Roman"/>
              </a:rPr>
              <a:t> </a:t>
            </a:r>
            <a:r>
              <a:rPr lang="pt-BR" sz="2600" err="1">
                <a:latin typeface="Arial"/>
                <a:cs typeface="Times New Roman"/>
              </a:rPr>
              <a:t>ligula</a:t>
            </a:r>
            <a:r>
              <a:rPr lang="pt-BR" sz="2600" dirty="0">
                <a:latin typeface="Arial"/>
                <a:cs typeface="Times New Roman"/>
              </a:rPr>
              <a:t> fames </a:t>
            </a:r>
            <a:r>
              <a:rPr lang="pt-BR" sz="2600" err="1">
                <a:latin typeface="Arial"/>
                <a:cs typeface="Times New Roman"/>
              </a:rPr>
              <a:t>pulvinar</a:t>
            </a:r>
            <a:r>
              <a:rPr lang="pt-BR" sz="2600" dirty="0">
                <a:latin typeface="Arial"/>
                <a:cs typeface="Times New Roman"/>
              </a:rPr>
              <a:t>, </a:t>
            </a:r>
            <a:r>
              <a:rPr lang="pt-BR" sz="2600" err="1">
                <a:latin typeface="Arial"/>
                <a:cs typeface="Times New Roman"/>
              </a:rPr>
              <a:t>sodales</a:t>
            </a:r>
            <a:r>
              <a:rPr lang="pt-BR" sz="2600" dirty="0">
                <a:latin typeface="Arial"/>
                <a:cs typeface="Times New Roman"/>
              </a:rPr>
              <a:t> </a:t>
            </a:r>
            <a:r>
              <a:rPr lang="pt-BR" sz="2600" err="1">
                <a:latin typeface="Arial"/>
                <a:cs typeface="Times New Roman"/>
              </a:rPr>
              <a:t>taciti</a:t>
            </a:r>
            <a:r>
              <a:rPr lang="pt-BR" sz="2600" dirty="0">
                <a:latin typeface="Arial"/>
                <a:cs typeface="Times New Roman"/>
              </a:rPr>
              <a:t> mi tempus </a:t>
            </a:r>
            <a:r>
              <a:rPr lang="pt-BR" sz="2600" err="1">
                <a:latin typeface="Arial"/>
                <a:cs typeface="Times New Roman"/>
              </a:rPr>
              <a:t>ligula</a:t>
            </a:r>
            <a:r>
              <a:rPr lang="pt-BR" sz="2600" dirty="0">
                <a:latin typeface="Arial"/>
                <a:cs typeface="Times New Roman"/>
              </a:rPr>
              <a:t> </a:t>
            </a:r>
            <a:r>
              <a:rPr lang="pt-BR" sz="2600" err="1">
                <a:latin typeface="Arial"/>
                <a:cs typeface="Times New Roman"/>
              </a:rPr>
              <a:t>potenti</a:t>
            </a:r>
            <a:r>
              <a:rPr lang="pt-BR" sz="2600" dirty="0">
                <a:latin typeface="Arial"/>
                <a:cs typeface="Times New Roman"/>
              </a:rPr>
              <a:t>, </a:t>
            </a:r>
            <a:r>
              <a:rPr lang="pt-BR" sz="2600" err="1">
                <a:latin typeface="Arial"/>
                <a:cs typeface="Times New Roman"/>
              </a:rPr>
              <a:t>interdum</a:t>
            </a:r>
            <a:r>
              <a:rPr lang="pt-BR" sz="2600" dirty="0">
                <a:latin typeface="Arial"/>
                <a:cs typeface="Times New Roman"/>
              </a:rPr>
              <a:t> </a:t>
            </a:r>
            <a:r>
              <a:rPr lang="pt-BR" sz="2600" err="1">
                <a:latin typeface="Arial"/>
                <a:cs typeface="Times New Roman"/>
              </a:rPr>
              <a:t>dolor</a:t>
            </a:r>
            <a:r>
              <a:rPr lang="pt-BR" sz="2600" dirty="0">
                <a:latin typeface="Arial"/>
                <a:cs typeface="Times New Roman"/>
              </a:rPr>
              <a:t> </a:t>
            </a:r>
            <a:r>
              <a:rPr lang="pt-BR" sz="2600" err="1">
                <a:latin typeface="Arial"/>
                <a:cs typeface="Times New Roman"/>
              </a:rPr>
              <a:t>iaculis</a:t>
            </a:r>
            <a:r>
              <a:rPr lang="pt-BR" sz="2600" dirty="0">
                <a:latin typeface="Arial"/>
                <a:cs typeface="Times New Roman"/>
              </a:rPr>
              <a:t> </a:t>
            </a:r>
            <a:r>
              <a:rPr lang="pt-BR" sz="2600" err="1">
                <a:latin typeface="Arial"/>
                <a:cs typeface="Times New Roman"/>
              </a:rPr>
              <a:t>tellus</a:t>
            </a:r>
            <a:r>
              <a:rPr lang="pt-BR" sz="2600" dirty="0">
                <a:latin typeface="Arial"/>
                <a:cs typeface="Times New Roman"/>
              </a:rPr>
              <a:t> gravida </a:t>
            </a:r>
            <a:r>
              <a:rPr lang="pt-BR" sz="2600" err="1">
                <a:latin typeface="Arial"/>
                <a:cs typeface="Times New Roman"/>
              </a:rPr>
              <a:t>auctor</a:t>
            </a:r>
            <a:r>
              <a:rPr lang="pt-BR" sz="2600" dirty="0">
                <a:latin typeface="Arial"/>
                <a:cs typeface="Times New Roman"/>
              </a:rPr>
              <a:t>. </a:t>
            </a:r>
            <a:r>
              <a:rPr lang="pt-BR" sz="2600" err="1">
                <a:latin typeface="Arial"/>
                <a:cs typeface="Times New Roman"/>
              </a:rPr>
              <a:t>sapien</a:t>
            </a:r>
            <a:r>
              <a:rPr lang="pt-BR" sz="2600" dirty="0">
                <a:latin typeface="Arial"/>
                <a:cs typeface="Times New Roman"/>
              </a:rPr>
              <a:t> habitasse </a:t>
            </a:r>
            <a:r>
              <a:rPr lang="pt-BR" sz="2600" err="1">
                <a:latin typeface="Arial"/>
                <a:cs typeface="Times New Roman"/>
              </a:rPr>
              <a:t>litora</a:t>
            </a:r>
            <a:r>
              <a:rPr lang="pt-BR" sz="2600" dirty="0">
                <a:latin typeface="Arial"/>
                <a:cs typeface="Times New Roman"/>
              </a:rPr>
              <a:t> a </a:t>
            </a:r>
            <a:r>
              <a:rPr lang="pt-BR" sz="2600" err="1">
                <a:latin typeface="Arial"/>
                <a:cs typeface="Times New Roman"/>
              </a:rPr>
              <a:t>accumsan</a:t>
            </a:r>
            <a:r>
              <a:rPr lang="pt-BR" sz="2600" dirty="0">
                <a:latin typeface="Arial"/>
                <a:cs typeface="Times New Roman"/>
              </a:rPr>
              <a:t> </a:t>
            </a:r>
            <a:r>
              <a:rPr lang="pt-BR" sz="2600" err="1">
                <a:latin typeface="Arial"/>
                <a:cs typeface="Times New Roman"/>
              </a:rPr>
              <a:t>viverra</a:t>
            </a:r>
            <a:r>
              <a:rPr lang="pt-BR" sz="2600" dirty="0">
                <a:latin typeface="Arial"/>
                <a:cs typeface="Times New Roman"/>
              </a:rPr>
              <a:t> </a:t>
            </a:r>
            <a:r>
              <a:rPr lang="pt-BR" sz="2600" err="1">
                <a:latin typeface="Arial"/>
                <a:cs typeface="Times New Roman"/>
              </a:rPr>
              <a:t>adipiscing</a:t>
            </a:r>
            <a:r>
              <a:rPr lang="pt-BR" sz="2600" dirty="0">
                <a:latin typeface="Arial"/>
                <a:cs typeface="Times New Roman"/>
              </a:rPr>
              <a:t> </a:t>
            </a:r>
            <a:r>
              <a:rPr lang="pt-BR" sz="2600" err="1">
                <a:latin typeface="Arial"/>
                <a:cs typeface="Times New Roman"/>
              </a:rPr>
              <a:t>eros</a:t>
            </a:r>
            <a:r>
              <a:rPr lang="pt-BR" sz="2600" dirty="0">
                <a:latin typeface="Arial"/>
                <a:cs typeface="Times New Roman"/>
              </a:rPr>
              <a:t> </a:t>
            </a:r>
            <a:r>
              <a:rPr lang="pt-BR" sz="2600" err="1">
                <a:latin typeface="Arial"/>
                <a:cs typeface="Times New Roman"/>
              </a:rPr>
              <a:t>donec</a:t>
            </a:r>
            <a:r>
              <a:rPr lang="pt-BR" sz="2600" dirty="0">
                <a:latin typeface="Arial"/>
                <a:cs typeface="Times New Roman"/>
              </a:rPr>
              <a:t>, urna </a:t>
            </a:r>
            <a:r>
              <a:rPr lang="pt-BR" sz="2600" err="1">
                <a:latin typeface="Arial"/>
                <a:cs typeface="Times New Roman"/>
              </a:rPr>
              <a:t>aenean</a:t>
            </a:r>
            <a:r>
              <a:rPr lang="pt-BR" sz="2600" dirty="0">
                <a:latin typeface="Arial"/>
                <a:cs typeface="Times New Roman"/>
              </a:rPr>
              <a:t> tempus </a:t>
            </a:r>
            <a:r>
              <a:rPr lang="pt-BR" sz="2600" err="1">
                <a:latin typeface="Arial"/>
                <a:cs typeface="Times New Roman"/>
              </a:rPr>
              <a:t>lacinia</a:t>
            </a:r>
            <a:r>
              <a:rPr lang="pt-BR" sz="2600" dirty="0">
                <a:latin typeface="Arial"/>
                <a:cs typeface="Times New Roman"/>
              </a:rPr>
              <a:t> </a:t>
            </a:r>
            <a:r>
              <a:rPr lang="pt-BR" sz="2600" err="1">
                <a:latin typeface="Arial"/>
                <a:cs typeface="Times New Roman"/>
              </a:rPr>
              <a:t>elit</a:t>
            </a:r>
            <a:r>
              <a:rPr lang="pt-BR" sz="2600" dirty="0">
                <a:latin typeface="Arial"/>
                <a:cs typeface="Times New Roman"/>
              </a:rPr>
              <a:t> </a:t>
            </a:r>
            <a:r>
              <a:rPr lang="pt-BR" sz="2600" err="1">
                <a:latin typeface="Arial"/>
                <a:cs typeface="Times New Roman"/>
              </a:rPr>
              <a:t>vulputate</a:t>
            </a:r>
            <a:r>
              <a:rPr lang="pt-BR" sz="2600" dirty="0">
                <a:latin typeface="Arial"/>
                <a:cs typeface="Times New Roman"/>
              </a:rPr>
              <a:t> </a:t>
            </a:r>
            <a:r>
              <a:rPr lang="pt-BR" sz="2600" err="1">
                <a:latin typeface="Arial"/>
                <a:cs typeface="Times New Roman"/>
              </a:rPr>
              <a:t>vel</a:t>
            </a:r>
            <a:r>
              <a:rPr lang="pt-BR" sz="2600" dirty="0">
                <a:latin typeface="Arial"/>
                <a:cs typeface="Times New Roman"/>
              </a:rPr>
              <a:t> </a:t>
            </a:r>
            <a:r>
              <a:rPr lang="pt-BR" sz="2600" err="1">
                <a:latin typeface="Arial"/>
                <a:cs typeface="Times New Roman"/>
              </a:rPr>
              <a:t>consequat</a:t>
            </a:r>
            <a:r>
              <a:rPr lang="pt-BR" sz="2600" dirty="0">
                <a:latin typeface="Arial"/>
                <a:cs typeface="Times New Roman"/>
              </a:rPr>
              <a:t>, </a:t>
            </a:r>
            <a:r>
              <a:rPr lang="pt-BR" sz="2600" err="1">
                <a:latin typeface="Arial"/>
                <a:cs typeface="Times New Roman"/>
              </a:rPr>
              <a:t>primis</a:t>
            </a:r>
            <a:r>
              <a:rPr lang="pt-BR" sz="2600" dirty="0">
                <a:latin typeface="Arial"/>
                <a:cs typeface="Times New Roman"/>
              </a:rPr>
              <a:t> </a:t>
            </a:r>
            <a:r>
              <a:rPr lang="pt-BR" sz="2600" err="1">
                <a:latin typeface="Arial"/>
                <a:cs typeface="Times New Roman"/>
              </a:rPr>
              <a:t>sagittis</a:t>
            </a:r>
            <a:r>
              <a:rPr lang="pt-BR" sz="2600" dirty="0">
                <a:latin typeface="Arial"/>
                <a:cs typeface="Times New Roman"/>
              </a:rPr>
              <a:t> </a:t>
            </a:r>
            <a:r>
              <a:rPr lang="pt-BR" sz="2600" err="1">
                <a:latin typeface="Arial"/>
                <a:cs typeface="Times New Roman"/>
              </a:rPr>
              <a:t>maecenas</a:t>
            </a:r>
            <a:r>
              <a:rPr lang="pt-BR" sz="2600" dirty="0">
                <a:latin typeface="Arial"/>
                <a:cs typeface="Times New Roman"/>
              </a:rPr>
              <a:t> magna </a:t>
            </a:r>
            <a:r>
              <a:rPr lang="pt-BR" sz="2600" err="1">
                <a:latin typeface="Arial"/>
                <a:cs typeface="Times New Roman"/>
              </a:rPr>
              <a:t>suspendisse</a:t>
            </a:r>
            <a:r>
              <a:rPr lang="pt-BR" sz="2600" dirty="0">
                <a:latin typeface="Arial"/>
                <a:cs typeface="Times New Roman"/>
              </a:rPr>
              <a:t> </a:t>
            </a:r>
            <a:r>
              <a:rPr lang="pt-BR" sz="2600" err="1">
                <a:latin typeface="Arial"/>
                <a:cs typeface="Times New Roman"/>
              </a:rPr>
              <a:t>porttitor</a:t>
            </a:r>
            <a:r>
              <a:rPr lang="pt-BR" sz="2600" dirty="0">
                <a:latin typeface="Arial"/>
                <a:cs typeface="Times New Roman"/>
              </a:rPr>
              <a:t> magna. </a:t>
            </a:r>
            <a:r>
              <a:rPr lang="pt-BR" sz="2600" err="1">
                <a:latin typeface="Arial"/>
                <a:cs typeface="Times New Roman"/>
              </a:rPr>
              <a:t>varius</a:t>
            </a:r>
            <a:r>
              <a:rPr lang="pt-BR" sz="2600" dirty="0">
                <a:latin typeface="Arial"/>
                <a:cs typeface="Times New Roman"/>
              </a:rPr>
              <a:t> </a:t>
            </a:r>
            <a:r>
              <a:rPr lang="pt-BR" sz="2600" err="1">
                <a:latin typeface="Arial"/>
                <a:cs typeface="Times New Roman"/>
              </a:rPr>
              <a:t>inceptos</a:t>
            </a:r>
            <a:r>
              <a:rPr lang="pt-BR" sz="2600" dirty="0">
                <a:latin typeface="Arial"/>
                <a:cs typeface="Times New Roman"/>
              </a:rPr>
              <a:t> </a:t>
            </a:r>
            <a:r>
              <a:rPr lang="pt-BR" sz="2600" err="1">
                <a:latin typeface="Arial"/>
                <a:cs typeface="Times New Roman"/>
              </a:rPr>
              <a:t>tellus</a:t>
            </a:r>
            <a:r>
              <a:rPr lang="pt-BR" sz="2600" dirty="0">
                <a:latin typeface="Arial"/>
                <a:cs typeface="Times New Roman"/>
              </a:rPr>
              <a:t> est </a:t>
            </a:r>
            <a:r>
              <a:rPr lang="pt-BR" sz="2600" err="1">
                <a:latin typeface="Arial"/>
                <a:cs typeface="Times New Roman"/>
              </a:rPr>
              <a:t>lectus</a:t>
            </a:r>
            <a:r>
              <a:rPr lang="pt-BR" sz="2600" dirty="0">
                <a:latin typeface="Arial"/>
                <a:cs typeface="Times New Roman"/>
              </a:rPr>
              <a:t> </a:t>
            </a:r>
            <a:r>
              <a:rPr lang="pt-BR" sz="2600" err="1">
                <a:latin typeface="Arial"/>
                <a:cs typeface="Times New Roman"/>
              </a:rPr>
              <a:t>condimentum</a:t>
            </a:r>
            <a:r>
              <a:rPr lang="pt-BR" sz="2600" dirty="0">
                <a:latin typeface="Arial"/>
                <a:cs typeface="Times New Roman"/>
              </a:rPr>
              <a:t> gravida </a:t>
            </a:r>
            <a:r>
              <a:rPr lang="pt-BR" sz="2600" err="1">
                <a:latin typeface="Arial"/>
                <a:cs typeface="Times New Roman"/>
              </a:rPr>
              <a:t>feugiat</a:t>
            </a:r>
            <a:r>
              <a:rPr lang="pt-BR" sz="2600" dirty="0">
                <a:latin typeface="Arial"/>
                <a:cs typeface="Times New Roman"/>
              </a:rPr>
              <a:t>, quis </a:t>
            </a:r>
            <a:r>
              <a:rPr lang="pt-BR" sz="2600" err="1">
                <a:latin typeface="Arial"/>
                <a:cs typeface="Times New Roman"/>
              </a:rPr>
              <a:t>blandit</a:t>
            </a:r>
            <a:r>
              <a:rPr lang="pt-BR" sz="2600" dirty="0">
                <a:latin typeface="Arial"/>
                <a:cs typeface="Times New Roman"/>
              </a:rPr>
              <a:t> fames </a:t>
            </a:r>
            <a:r>
              <a:rPr lang="pt-BR" sz="2600" err="1">
                <a:latin typeface="Arial"/>
                <a:cs typeface="Times New Roman"/>
              </a:rPr>
              <a:t>adipiscing</a:t>
            </a:r>
            <a:r>
              <a:rPr lang="pt-BR" sz="2600" dirty="0">
                <a:latin typeface="Arial"/>
                <a:cs typeface="Times New Roman"/>
              </a:rPr>
              <a:t> </a:t>
            </a:r>
            <a:r>
              <a:rPr lang="pt-BR" sz="2600" err="1">
                <a:latin typeface="Arial"/>
                <a:cs typeface="Times New Roman"/>
              </a:rPr>
              <a:t>litora</a:t>
            </a:r>
            <a:r>
              <a:rPr lang="pt-BR" sz="2600" dirty="0">
                <a:latin typeface="Arial"/>
                <a:cs typeface="Times New Roman"/>
              </a:rPr>
              <a:t> est </a:t>
            </a:r>
            <a:r>
              <a:rPr lang="pt-BR" sz="2600" err="1">
                <a:latin typeface="Arial"/>
                <a:cs typeface="Times New Roman"/>
              </a:rPr>
              <a:t>amet</a:t>
            </a:r>
            <a:r>
              <a:rPr lang="pt-BR" sz="2600" dirty="0">
                <a:latin typeface="Arial"/>
                <a:cs typeface="Times New Roman"/>
              </a:rPr>
              <a:t>, justo </a:t>
            </a:r>
            <a:r>
              <a:rPr lang="pt-BR" sz="2600" err="1">
                <a:latin typeface="Arial"/>
                <a:cs typeface="Times New Roman"/>
              </a:rPr>
              <a:t>convallis</a:t>
            </a:r>
            <a:r>
              <a:rPr lang="pt-BR" sz="2600" dirty="0">
                <a:latin typeface="Arial"/>
                <a:cs typeface="Times New Roman"/>
              </a:rPr>
              <a:t> </a:t>
            </a:r>
            <a:r>
              <a:rPr lang="pt-BR" sz="2600" err="1">
                <a:latin typeface="Arial"/>
                <a:cs typeface="Times New Roman"/>
              </a:rPr>
              <a:t>dictum</a:t>
            </a:r>
            <a:r>
              <a:rPr lang="pt-BR" sz="2600" dirty="0">
                <a:latin typeface="Arial"/>
                <a:cs typeface="Times New Roman"/>
              </a:rPr>
              <a:t> </a:t>
            </a:r>
            <a:r>
              <a:rPr lang="pt-BR" sz="2600" err="1">
                <a:latin typeface="Arial"/>
                <a:cs typeface="Times New Roman"/>
              </a:rPr>
              <a:t>pellentesque</a:t>
            </a:r>
            <a:r>
              <a:rPr lang="pt-BR" sz="2600" dirty="0">
                <a:latin typeface="Arial"/>
                <a:cs typeface="Times New Roman"/>
              </a:rPr>
              <a:t> </a:t>
            </a:r>
            <a:r>
              <a:rPr lang="pt-BR" sz="2600" err="1">
                <a:latin typeface="Arial"/>
                <a:cs typeface="Times New Roman"/>
              </a:rPr>
              <a:t>mollis</a:t>
            </a:r>
            <a:r>
              <a:rPr lang="pt-BR" sz="2600" dirty="0">
                <a:latin typeface="Arial"/>
                <a:cs typeface="Times New Roman"/>
              </a:rPr>
              <a:t> </a:t>
            </a:r>
            <a:r>
              <a:rPr lang="pt-BR" sz="2600" err="1">
                <a:latin typeface="Arial"/>
                <a:cs typeface="Times New Roman"/>
              </a:rPr>
              <a:t>habitant</a:t>
            </a:r>
            <a:r>
              <a:rPr lang="pt-BR" sz="2600" dirty="0">
                <a:latin typeface="Arial"/>
                <a:cs typeface="Times New Roman"/>
              </a:rPr>
              <a:t>.</a:t>
            </a:r>
          </a:p>
        </p:txBody>
      </p:sp>
      <p:sp>
        <p:nvSpPr>
          <p:cNvPr id="2066" name="Rectangle 1091">
            <a:extLst>
              <a:ext uri="{FF2B5EF4-FFF2-40B4-BE49-F238E27FC236}">
                <a16:creationId xmlns:a16="http://schemas.microsoft.com/office/drawing/2014/main" id="{E7F699FC-D747-C26F-B5AA-3CB17A1D482F}"/>
              </a:ext>
            </a:extLst>
          </p:cNvPr>
          <p:cNvSpPr>
            <a:spLocks noChangeArrowheads="1"/>
          </p:cNvSpPr>
          <p:nvPr/>
        </p:nvSpPr>
        <p:spPr bwMode="auto">
          <a:xfrm>
            <a:off x="1665288" y="11831638"/>
            <a:ext cx="13004800"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spAutoFit/>
          </a:bodyPr>
          <a:lstStyle>
            <a:lvl1pPr>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just"/>
            <a:r>
              <a:rPr lang="pt-BR" altLang="pt-BR" sz="2600">
                <a:latin typeface="Arial" panose="020B0604020202020204" pitchFamily="34" charset="0"/>
                <a:cs typeface="Arial" panose="020B0604020202020204" pitchFamily="34" charset="0"/>
              </a:rPr>
              <a:t>	</a:t>
            </a:r>
          </a:p>
        </p:txBody>
      </p:sp>
      <p:sp>
        <p:nvSpPr>
          <p:cNvPr id="2067" name="Rectangle 1588">
            <a:extLst>
              <a:ext uri="{FF2B5EF4-FFF2-40B4-BE49-F238E27FC236}">
                <a16:creationId xmlns:a16="http://schemas.microsoft.com/office/drawing/2014/main" id="{1AFCA42B-9341-6FDB-8CC4-A56AAC04DD39}"/>
              </a:ext>
            </a:extLst>
          </p:cNvPr>
          <p:cNvSpPr>
            <a:spLocks noChangeArrowheads="1"/>
          </p:cNvSpPr>
          <p:nvPr/>
        </p:nvSpPr>
        <p:spPr bwMode="auto">
          <a:xfrm>
            <a:off x="0" y="36314063"/>
            <a:ext cx="2880360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spAutoFit/>
          </a:bodyPr>
          <a:lstStyle>
            <a:lvl1pPr defTabSz="2698750">
              <a:defRPr sz="1700">
                <a:solidFill>
                  <a:schemeClr val="tx1"/>
                </a:solidFill>
                <a:latin typeface="Times New Roman" panose="02020603050405020304" pitchFamily="18" charset="0"/>
              </a:defRPr>
            </a:lvl1pPr>
            <a:lvl2pPr marL="742950" indent="-285750" defTabSz="2698750">
              <a:defRPr sz="1700">
                <a:solidFill>
                  <a:schemeClr val="tx1"/>
                </a:solidFill>
                <a:latin typeface="Times New Roman" panose="02020603050405020304" pitchFamily="18" charset="0"/>
              </a:defRPr>
            </a:lvl2pPr>
            <a:lvl3pPr marL="1143000" indent="-228600" defTabSz="2698750">
              <a:defRPr sz="1700">
                <a:solidFill>
                  <a:schemeClr val="tx1"/>
                </a:solidFill>
                <a:latin typeface="Times New Roman" panose="02020603050405020304" pitchFamily="18" charset="0"/>
              </a:defRPr>
            </a:lvl3pPr>
            <a:lvl4pPr marL="1600200" indent="-228600" defTabSz="2698750">
              <a:defRPr sz="1700">
                <a:solidFill>
                  <a:schemeClr val="tx1"/>
                </a:solidFill>
                <a:latin typeface="Times New Roman" panose="02020603050405020304" pitchFamily="18" charset="0"/>
              </a:defRPr>
            </a:lvl4pPr>
            <a:lvl5pPr marL="2057400" indent="-228600" defTabSz="2698750">
              <a:defRPr sz="1700">
                <a:solidFill>
                  <a:schemeClr val="tx1"/>
                </a:solidFill>
                <a:latin typeface="Times New Roman" panose="02020603050405020304" pitchFamily="18" charset="0"/>
              </a:defRPr>
            </a:lvl5pPr>
            <a:lvl6pPr marL="2514600" indent="-228600" defTabSz="269875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269875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269875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2698750" eaLnBrk="0" fontAlgn="base" hangingPunct="0">
              <a:spcBef>
                <a:spcPct val="0"/>
              </a:spcBef>
              <a:spcAft>
                <a:spcPct val="0"/>
              </a:spcAft>
              <a:defRPr sz="1700">
                <a:solidFill>
                  <a:schemeClr val="tx1"/>
                </a:solidFill>
                <a:latin typeface="Times New Roman" panose="02020603050405020304" pitchFamily="18" charset="0"/>
              </a:defRPr>
            </a:lvl9pPr>
          </a:lstStyle>
          <a:p>
            <a:r>
              <a:rPr lang="en-US" altLang="pt-BR" sz="3500">
                <a:latin typeface="Arial" panose="020B0604020202020204" pitchFamily="34" charset="0"/>
                <a:cs typeface="Arial" panose="020B0604020202020204" pitchFamily="34" charset="0"/>
              </a:rPr>
              <a:t> </a:t>
            </a:r>
            <a:endParaRPr lang="en-US" altLang="pt-BR" sz="3500">
              <a:cs typeface="Times New Roman" panose="02020603050405020304" pitchFamily="18" charset="0"/>
            </a:endParaRPr>
          </a:p>
          <a:p>
            <a:endParaRPr lang="en-US" altLang="pt-BR" sz="7100"/>
          </a:p>
        </p:txBody>
      </p:sp>
      <p:sp>
        <p:nvSpPr>
          <p:cNvPr id="2068" name="Rectangle 3680">
            <a:extLst>
              <a:ext uri="{FF2B5EF4-FFF2-40B4-BE49-F238E27FC236}">
                <a16:creationId xmlns:a16="http://schemas.microsoft.com/office/drawing/2014/main" id="{4F49F6EB-3CAC-A777-DC17-1B0BB1A33FA3}"/>
              </a:ext>
            </a:extLst>
          </p:cNvPr>
          <p:cNvSpPr>
            <a:spLocks noChangeArrowheads="1"/>
          </p:cNvSpPr>
          <p:nvPr/>
        </p:nvSpPr>
        <p:spPr bwMode="auto">
          <a:xfrm>
            <a:off x="15165388" y="25239663"/>
            <a:ext cx="12401550" cy="2273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nchor="t">
            <a:spAutoFit/>
          </a:bodyPr>
          <a:lstStyle>
            <a:lvl1pPr indent="330200">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just"/>
            <a:r>
              <a:rPr lang="pt-BR" altLang="pt-BR" sz="2600" dirty="0">
                <a:highlight>
                  <a:srgbClr val="FFFF00"/>
                </a:highlight>
                <a:latin typeface="Arial"/>
                <a:cs typeface="Arial"/>
              </a:rPr>
              <a:t>Relembre seu objetivo geral inicial e resuma seus principais aprendizados e os resultados que atingiu. Seja breve! </a:t>
            </a:r>
          </a:p>
          <a:p>
            <a:pPr algn="just"/>
            <a:r>
              <a:rPr lang="pt-BR" sz="2600" dirty="0" err="1">
                <a:latin typeface="Arial"/>
                <a:cs typeface="Arial"/>
              </a:rPr>
              <a:t>Lorem</a:t>
            </a:r>
            <a:r>
              <a:rPr lang="pt-BR" sz="2600" dirty="0">
                <a:latin typeface="Arial"/>
                <a:cs typeface="Arial"/>
              </a:rPr>
              <a:t> ipsum tempus </a:t>
            </a:r>
            <a:r>
              <a:rPr lang="pt-BR" sz="2600" dirty="0" err="1">
                <a:latin typeface="Arial"/>
                <a:cs typeface="Arial"/>
              </a:rPr>
              <a:t>quam</a:t>
            </a:r>
            <a:r>
              <a:rPr lang="pt-BR" sz="2600" dirty="0">
                <a:latin typeface="Arial"/>
                <a:cs typeface="Arial"/>
              </a:rPr>
              <a:t> </a:t>
            </a:r>
            <a:r>
              <a:rPr lang="pt-BR" sz="2600" dirty="0" err="1">
                <a:latin typeface="Arial"/>
                <a:cs typeface="Arial"/>
              </a:rPr>
              <a:t>proin</a:t>
            </a:r>
            <a:r>
              <a:rPr lang="pt-BR" sz="2600" dirty="0">
                <a:latin typeface="Arial"/>
                <a:cs typeface="Arial"/>
              </a:rPr>
              <a:t> </a:t>
            </a:r>
            <a:r>
              <a:rPr lang="pt-BR" sz="2600" dirty="0" err="1">
                <a:latin typeface="Arial"/>
                <a:cs typeface="Arial"/>
              </a:rPr>
              <a:t>ligula</a:t>
            </a:r>
            <a:r>
              <a:rPr lang="pt-BR" sz="2600" dirty="0">
                <a:latin typeface="Arial"/>
                <a:cs typeface="Arial"/>
              </a:rPr>
              <a:t> fames </a:t>
            </a:r>
            <a:r>
              <a:rPr lang="pt-BR" sz="2600" dirty="0" err="1">
                <a:latin typeface="Arial"/>
                <a:cs typeface="Arial"/>
              </a:rPr>
              <a:t>pulvinar</a:t>
            </a:r>
            <a:r>
              <a:rPr lang="pt-BR" sz="2600" dirty="0">
                <a:latin typeface="Arial"/>
                <a:cs typeface="Arial"/>
              </a:rPr>
              <a:t>, </a:t>
            </a:r>
            <a:r>
              <a:rPr lang="pt-BR" sz="2600" dirty="0" err="1">
                <a:latin typeface="Arial"/>
                <a:cs typeface="Arial"/>
              </a:rPr>
              <a:t>sodales</a:t>
            </a:r>
            <a:r>
              <a:rPr lang="pt-BR" sz="2600" dirty="0">
                <a:latin typeface="Arial"/>
                <a:cs typeface="Arial"/>
              </a:rPr>
              <a:t> </a:t>
            </a:r>
            <a:r>
              <a:rPr lang="pt-BR" sz="2600" dirty="0" err="1">
                <a:latin typeface="Arial"/>
                <a:cs typeface="Arial"/>
              </a:rPr>
              <a:t>taciti</a:t>
            </a:r>
            <a:r>
              <a:rPr lang="pt-BR" sz="2600" dirty="0">
                <a:latin typeface="Arial"/>
                <a:cs typeface="Arial"/>
              </a:rPr>
              <a:t> mi tempus </a:t>
            </a:r>
            <a:r>
              <a:rPr lang="pt-BR" sz="2600" dirty="0" err="1">
                <a:latin typeface="Arial"/>
                <a:cs typeface="Arial"/>
              </a:rPr>
              <a:t>ligula</a:t>
            </a:r>
            <a:r>
              <a:rPr lang="pt-BR" sz="2600" dirty="0">
                <a:latin typeface="Arial"/>
                <a:cs typeface="Arial"/>
              </a:rPr>
              <a:t> </a:t>
            </a:r>
            <a:r>
              <a:rPr lang="pt-BR" sz="2600" dirty="0" err="1">
                <a:latin typeface="Arial"/>
                <a:cs typeface="Arial"/>
              </a:rPr>
              <a:t>potenti</a:t>
            </a:r>
            <a:r>
              <a:rPr lang="pt-BR" sz="2600" dirty="0">
                <a:latin typeface="Arial"/>
                <a:cs typeface="Arial"/>
              </a:rPr>
              <a:t>, </a:t>
            </a:r>
            <a:r>
              <a:rPr lang="pt-BR" sz="2600" dirty="0" err="1">
                <a:latin typeface="Arial"/>
                <a:cs typeface="Arial"/>
              </a:rPr>
              <a:t>interdum</a:t>
            </a:r>
            <a:r>
              <a:rPr lang="pt-BR" sz="2600" dirty="0">
                <a:latin typeface="Arial"/>
                <a:cs typeface="Arial"/>
              </a:rPr>
              <a:t> </a:t>
            </a:r>
            <a:r>
              <a:rPr lang="pt-BR" sz="2600" dirty="0" err="1">
                <a:latin typeface="Arial"/>
                <a:cs typeface="Arial"/>
              </a:rPr>
              <a:t>dolor</a:t>
            </a:r>
            <a:r>
              <a:rPr lang="pt-BR" sz="2600" dirty="0">
                <a:latin typeface="Arial"/>
                <a:cs typeface="Arial"/>
              </a:rPr>
              <a:t> </a:t>
            </a:r>
            <a:r>
              <a:rPr lang="pt-BR" sz="2600" dirty="0" err="1">
                <a:latin typeface="Arial"/>
                <a:cs typeface="Arial"/>
              </a:rPr>
              <a:t>iaculis</a:t>
            </a:r>
            <a:r>
              <a:rPr lang="pt-BR" sz="2600" dirty="0">
                <a:latin typeface="Arial"/>
                <a:cs typeface="Arial"/>
              </a:rPr>
              <a:t> </a:t>
            </a:r>
            <a:r>
              <a:rPr lang="pt-BR" sz="2600" dirty="0" err="1">
                <a:latin typeface="Arial"/>
                <a:cs typeface="Arial"/>
              </a:rPr>
              <a:t>tellus</a:t>
            </a:r>
            <a:r>
              <a:rPr lang="pt-BR" sz="2600" dirty="0">
                <a:latin typeface="Arial"/>
                <a:cs typeface="Arial"/>
              </a:rPr>
              <a:t> gravida </a:t>
            </a:r>
            <a:r>
              <a:rPr lang="pt-BR" sz="2600" dirty="0" err="1">
                <a:latin typeface="Arial"/>
                <a:cs typeface="Arial"/>
              </a:rPr>
              <a:t>auctor</a:t>
            </a:r>
            <a:r>
              <a:rPr lang="pt-BR" sz="2600" dirty="0">
                <a:latin typeface="Arial"/>
                <a:cs typeface="Arial"/>
              </a:rPr>
              <a:t>. </a:t>
            </a:r>
            <a:r>
              <a:rPr lang="pt-BR" sz="2600" dirty="0" err="1">
                <a:latin typeface="Arial"/>
                <a:cs typeface="Arial"/>
              </a:rPr>
              <a:t>sapien</a:t>
            </a:r>
            <a:r>
              <a:rPr lang="pt-BR" sz="2600" dirty="0">
                <a:latin typeface="Arial"/>
                <a:cs typeface="Arial"/>
              </a:rPr>
              <a:t> habitasse.</a:t>
            </a:r>
          </a:p>
        </p:txBody>
      </p:sp>
      <p:sp>
        <p:nvSpPr>
          <p:cNvPr id="2069" name="Text Box 957">
            <a:extLst>
              <a:ext uri="{FF2B5EF4-FFF2-40B4-BE49-F238E27FC236}">
                <a16:creationId xmlns:a16="http://schemas.microsoft.com/office/drawing/2014/main" id="{54567DFB-5299-2525-7814-29541BD8F21B}"/>
              </a:ext>
            </a:extLst>
          </p:cNvPr>
          <p:cNvSpPr txBox="1">
            <a:spLocks noChangeArrowheads="1"/>
          </p:cNvSpPr>
          <p:nvPr/>
        </p:nvSpPr>
        <p:spPr bwMode="auto">
          <a:xfrm>
            <a:off x="18035466" y="27728431"/>
            <a:ext cx="69151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11188">
              <a:defRPr sz="1700">
                <a:solidFill>
                  <a:schemeClr val="tx1"/>
                </a:solidFill>
                <a:latin typeface="Times New Roman" panose="02020603050405020304" pitchFamily="18" charset="0"/>
              </a:defRPr>
            </a:lvl1pPr>
            <a:lvl2pPr marL="742950" indent="-285750" defTabSz="611188">
              <a:defRPr sz="1700">
                <a:solidFill>
                  <a:schemeClr val="tx1"/>
                </a:solidFill>
                <a:latin typeface="Times New Roman" panose="02020603050405020304" pitchFamily="18" charset="0"/>
              </a:defRPr>
            </a:lvl2pPr>
            <a:lvl3pPr marL="1143000" indent="-228600" defTabSz="611188">
              <a:defRPr sz="1700">
                <a:solidFill>
                  <a:schemeClr val="tx1"/>
                </a:solidFill>
                <a:latin typeface="Times New Roman" panose="02020603050405020304" pitchFamily="18" charset="0"/>
              </a:defRPr>
            </a:lvl3pPr>
            <a:lvl4pPr marL="1600200" indent="-228600" defTabSz="611188">
              <a:defRPr sz="1700">
                <a:solidFill>
                  <a:schemeClr val="tx1"/>
                </a:solidFill>
                <a:latin typeface="Times New Roman" panose="02020603050405020304" pitchFamily="18" charset="0"/>
              </a:defRPr>
            </a:lvl4pPr>
            <a:lvl5pPr marL="2057400" indent="-228600" defTabSz="611188">
              <a:defRPr sz="1700">
                <a:solidFill>
                  <a:schemeClr val="tx1"/>
                </a:solidFill>
                <a:latin typeface="Times New Roman" panose="02020603050405020304" pitchFamily="18" charset="0"/>
              </a:defRPr>
            </a:lvl5pPr>
            <a:lvl6pPr marL="2514600" indent="-228600" defTabSz="611188"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1188"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1188"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1188" eaLnBrk="0" fontAlgn="base" hangingPunct="0">
              <a:spcBef>
                <a:spcPct val="0"/>
              </a:spcBef>
              <a:spcAft>
                <a:spcPct val="0"/>
              </a:spcAft>
              <a:defRPr sz="1700">
                <a:solidFill>
                  <a:schemeClr val="tx1"/>
                </a:solidFill>
                <a:latin typeface="Times New Roman" panose="02020603050405020304" pitchFamily="18" charset="0"/>
              </a:defRPr>
            </a:lvl9pPr>
          </a:lstStyle>
          <a:p>
            <a:pPr algn="ctr">
              <a:spcBef>
                <a:spcPct val="50000"/>
              </a:spcBef>
            </a:pPr>
            <a:r>
              <a:rPr lang="pt-BR" altLang="pt-BR" sz="3300" b="1">
                <a:solidFill>
                  <a:srgbClr val="C00000"/>
                </a:solidFill>
                <a:latin typeface="Arial" panose="020B0604020202020204" pitchFamily="34" charset="0"/>
              </a:rPr>
              <a:t>REFERÊNCIAS</a:t>
            </a:r>
          </a:p>
        </p:txBody>
      </p:sp>
      <p:sp>
        <p:nvSpPr>
          <p:cNvPr id="2070" name="Rectangle 11">
            <a:extLst>
              <a:ext uri="{FF2B5EF4-FFF2-40B4-BE49-F238E27FC236}">
                <a16:creationId xmlns:a16="http://schemas.microsoft.com/office/drawing/2014/main" id="{4FC1D2A1-7824-6EAC-A375-F7032DC8EAB0}"/>
              </a:ext>
            </a:extLst>
          </p:cNvPr>
          <p:cNvSpPr>
            <a:spLocks noChangeArrowheads="1"/>
          </p:cNvSpPr>
          <p:nvPr/>
        </p:nvSpPr>
        <p:spPr bwMode="auto">
          <a:xfrm>
            <a:off x="0" y="33926463"/>
            <a:ext cx="28803600" cy="261937"/>
          </a:xfrm>
          <a:prstGeom prst="rect">
            <a:avLst/>
          </a:prstGeom>
          <a:solidFill>
            <a:srgbClr val="C00000"/>
          </a:solidFill>
          <a:ln w="9525">
            <a:solidFill>
              <a:srgbClr val="C00000"/>
            </a:solidFill>
            <a:miter lim="800000"/>
            <a:headEnd/>
            <a:tailEnd/>
          </a:ln>
        </p:spPr>
        <p:txBody>
          <a:bodyPr lIns="0" tIns="0" rIns="0" bIns="0">
            <a:spAutoFit/>
          </a:bodyPr>
          <a:lstStyle>
            <a:lvl1pPr>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endParaRPr lang="pt-BR" altLang="pt-BR">
              <a:solidFill>
                <a:srgbClr val="C00000"/>
              </a:solidFill>
            </a:endParaRPr>
          </a:p>
        </p:txBody>
      </p:sp>
      <p:sp>
        <p:nvSpPr>
          <p:cNvPr id="2071" name="Text Box 3655">
            <a:extLst>
              <a:ext uri="{FF2B5EF4-FFF2-40B4-BE49-F238E27FC236}">
                <a16:creationId xmlns:a16="http://schemas.microsoft.com/office/drawing/2014/main" id="{F2D6CCAB-20A4-F26D-4950-8DFEF22733D3}"/>
              </a:ext>
            </a:extLst>
          </p:cNvPr>
          <p:cNvSpPr txBox="1">
            <a:spLocks noChangeArrowheads="1"/>
          </p:cNvSpPr>
          <p:nvPr/>
        </p:nvSpPr>
        <p:spPr bwMode="auto">
          <a:xfrm>
            <a:off x="2568575" y="17130325"/>
            <a:ext cx="115252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defTabSz="615950">
              <a:defRPr sz="1700">
                <a:solidFill>
                  <a:schemeClr val="tx1"/>
                </a:solidFill>
                <a:latin typeface="Times New Roman" panose="02020603050405020304" pitchFamily="18" charset="0"/>
              </a:defRPr>
            </a:lvl1pPr>
            <a:lvl2pPr marL="742950" indent="-285750" defTabSz="615950">
              <a:defRPr sz="1700">
                <a:solidFill>
                  <a:schemeClr val="tx1"/>
                </a:solidFill>
                <a:latin typeface="Times New Roman" panose="02020603050405020304" pitchFamily="18" charset="0"/>
              </a:defRPr>
            </a:lvl2pPr>
            <a:lvl3pPr marL="1143000" indent="-228600" defTabSz="615950">
              <a:defRPr sz="1700">
                <a:solidFill>
                  <a:schemeClr val="tx1"/>
                </a:solidFill>
                <a:latin typeface="Times New Roman" panose="02020603050405020304" pitchFamily="18" charset="0"/>
              </a:defRPr>
            </a:lvl3pPr>
            <a:lvl4pPr marL="1600200" indent="-228600" defTabSz="615950">
              <a:defRPr sz="1700">
                <a:solidFill>
                  <a:schemeClr val="tx1"/>
                </a:solidFill>
                <a:latin typeface="Times New Roman" panose="02020603050405020304" pitchFamily="18" charset="0"/>
              </a:defRPr>
            </a:lvl4pPr>
            <a:lvl5pPr marL="2057400" indent="-228600" defTabSz="615950">
              <a:defRPr sz="1700">
                <a:solidFill>
                  <a:schemeClr val="tx1"/>
                </a:solidFill>
                <a:latin typeface="Times New Roman" panose="02020603050405020304" pitchFamily="18" charset="0"/>
              </a:defRPr>
            </a:lvl5pPr>
            <a:lvl6pPr marL="2514600" indent="-228600" defTabSz="61595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595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595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5950" eaLnBrk="0" fontAlgn="base" hangingPunct="0">
              <a:spcBef>
                <a:spcPct val="0"/>
              </a:spcBef>
              <a:spcAft>
                <a:spcPct val="0"/>
              </a:spcAft>
              <a:defRPr sz="1700">
                <a:solidFill>
                  <a:schemeClr val="tx1"/>
                </a:solidFill>
                <a:latin typeface="Times New Roman" panose="02020603050405020304" pitchFamily="18" charset="0"/>
              </a:defRPr>
            </a:lvl9pPr>
          </a:lstStyle>
          <a:p>
            <a:pPr algn="ctr"/>
            <a:r>
              <a:rPr lang="pt-BR" altLang="pt-BR" sz="2000" dirty="0">
                <a:latin typeface="Arial"/>
                <a:cs typeface="Arial"/>
              </a:rPr>
              <a:t>Figura 1 –  Principais Caso de Uso da aplicação.</a:t>
            </a:r>
            <a:endParaRPr lang="pt-BR" altLang="pt-BR" sz="2000" b="1" dirty="0">
              <a:latin typeface="Arial"/>
              <a:cs typeface="Arial"/>
            </a:endParaRPr>
          </a:p>
        </p:txBody>
      </p:sp>
      <p:pic>
        <p:nvPicPr>
          <p:cNvPr id="2072" name="Imagem 64" descr="logo catolica.jpg">
            <a:extLst>
              <a:ext uri="{FF2B5EF4-FFF2-40B4-BE49-F238E27FC236}">
                <a16:creationId xmlns:a16="http://schemas.microsoft.com/office/drawing/2014/main" id="{7F5A3831-1A8C-40FB-8111-29CA0E6528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9788" y="1023938"/>
            <a:ext cx="7440612"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3" name="Text Box 3655">
            <a:extLst>
              <a:ext uri="{FF2B5EF4-FFF2-40B4-BE49-F238E27FC236}">
                <a16:creationId xmlns:a16="http://schemas.microsoft.com/office/drawing/2014/main" id="{2434127B-8540-684C-6766-25E1D636ADF5}"/>
              </a:ext>
            </a:extLst>
          </p:cNvPr>
          <p:cNvSpPr txBox="1">
            <a:spLocks noChangeArrowheads="1"/>
          </p:cNvSpPr>
          <p:nvPr/>
        </p:nvSpPr>
        <p:spPr bwMode="auto">
          <a:xfrm>
            <a:off x="17042528" y="10390126"/>
            <a:ext cx="92741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defTabSz="615950">
              <a:defRPr sz="1700">
                <a:solidFill>
                  <a:schemeClr val="tx1"/>
                </a:solidFill>
                <a:latin typeface="Times New Roman" panose="02020603050405020304" pitchFamily="18" charset="0"/>
              </a:defRPr>
            </a:lvl1pPr>
            <a:lvl2pPr marL="742950" indent="-285750" defTabSz="615950">
              <a:defRPr sz="1700">
                <a:solidFill>
                  <a:schemeClr val="tx1"/>
                </a:solidFill>
                <a:latin typeface="Times New Roman" panose="02020603050405020304" pitchFamily="18" charset="0"/>
              </a:defRPr>
            </a:lvl2pPr>
            <a:lvl3pPr marL="1143000" indent="-228600" defTabSz="615950">
              <a:defRPr sz="1700">
                <a:solidFill>
                  <a:schemeClr val="tx1"/>
                </a:solidFill>
                <a:latin typeface="Times New Roman" panose="02020603050405020304" pitchFamily="18" charset="0"/>
              </a:defRPr>
            </a:lvl3pPr>
            <a:lvl4pPr marL="1600200" indent="-228600" defTabSz="615950">
              <a:defRPr sz="1700">
                <a:solidFill>
                  <a:schemeClr val="tx1"/>
                </a:solidFill>
                <a:latin typeface="Times New Roman" panose="02020603050405020304" pitchFamily="18" charset="0"/>
              </a:defRPr>
            </a:lvl4pPr>
            <a:lvl5pPr marL="2057400" indent="-228600" defTabSz="615950">
              <a:defRPr sz="1700">
                <a:solidFill>
                  <a:schemeClr val="tx1"/>
                </a:solidFill>
                <a:latin typeface="Times New Roman" panose="02020603050405020304" pitchFamily="18" charset="0"/>
              </a:defRPr>
            </a:lvl5pPr>
            <a:lvl6pPr marL="2514600" indent="-228600" defTabSz="61595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595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595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5950" eaLnBrk="0" fontAlgn="base" hangingPunct="0">
              <a:spcBef>
                <a:spcPct val="0"/>
              </a:spcBef>
              <a:spcAft>
                <a:spcPct val="0"/>
              </a:spcAft>
              <a:defRPr sz="1700">
                <a:solidFill>
                  <a:schemeClr val="tx1"/>
                </a:solidFill>
                <a:latin typeface="Times New Roman" panose="02020603050405020304" pitchFamily="18" charset="0"/>
              </a:defRPr>
            </a:lvl9pPr>
          </a:lstStyle>
          <a:p>
            <a:pPr algn="ctr"/>
            <a:r>
              <a:rPr lang="pt-BR" altLang="pt-BR" sz="2000" dirty="0">
                <a:latin typeface="Arial"/>
                <a:cs typeface="Arial"/>
              </a:rPr>
              <a:t>Figura 3 – Tela principal</a:t>
            </a:r>
            <a:endParaRPr lang="pt-BR" altLang="pt-BR" sz="2000" b="1" dirty="0">
              <a:latin typeface="Arial" panose="020B0604020202020204" pitchFamily="34" charset="0"/>
              <a:cs typeface="Arial" panose="020B0604020202020204" pitchFamily="34" charset="0"/>
            </a:endParaRPr>
          </a:p>
        </p:txBody>
      </p:sp>
      <p:sp>
        <p:nvSpPr>
          <p:cNvPr id="2074" name="Rectangle 61">
            <a:extLst>
              <a:ext uri="{FF2B5EF4-FFF2-40B4-BE49-F238E27FC236}">
                <a16:creationId xmlns:a16="http://schemas.microsoft.com/office/drawing/2014/main" id="{57ED144C-F825-91DE-8F14-4F6B3A43EC2B}"/>
              </a:ext>
            </a:extLst>
          </p:cNvPr>
          <p:cNvSpPr>
            <a:spLocks noChangeArrowheads="1"/>
          </p:cNvSpPr>
          <p:nvPr/>
        </p:nvSpPr>
        <p:spPr bwMode="auto">
          <a:xfrm>
            <a:off x="0" y="-173038"/>
            <a:ext cx="169863" cy="346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216" tIns="42108" rIns="84216" bIns="42108" anchor="ctr">
            <a:spAutoFit/>
          </a:bodyPr>
          <a:lstStyle>
            <a:lvl1pPr>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endParaRPr lang="pt-BR" altLang="pt-BR"/>
          </a:p>
        </p:txBody>
      </p:sp>
      <p:sp>
        <p:nvSpPr>
          <p:cNvPr id="2075" name="Rectangle 1606">
            <a:extLst>
              <a:ext uri="{FF2B5EF4-FFF2-40B4-BE49-F238E27FC236}">
                <a16:creationId xmlns:a16="http://schemas.microsoft.com/office/drawing/2014/main" id="{643E0F86-B09F-9E6E-D0F2-C844CD2EA133}"/>
              </a:ext>
            </a:extLst>
          </p:cNvPr>
          <p:cNvSpPr>
            <a:spLocks noChangeArrowheads="1"/>
          </p:cNvSpPr>
          <p:nvPr/>
        </p:nvSpPr>
        <p:spPr bwMode="auto">
          <a:xfrm>
            <a:off x="14934957" y="28562650"/>
            <a:ext cx="12459430" cy="42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69888" tIns="134944" rIns="269888" bIns="134944" anchor="t">
            <a:spAutoFit/>
          </a:bodyPr>
          <a:lstStyle/>
          <a:p>
            <a:pPr algn="just"/>
            <a:r>
              <a:rPr lang="pt-BR" altLang="pt-BR" sz="2000" dirty="0">
                <a:latin typeface="Arial"/>
                <a:cs typeface="Arial"/>
              </a:rPr>
              <a:t>BARBI, Ivo; MARTINS, </a:t>
            </a:r>
            <a:r>
              <a:rPr lang="pt-BR" altLang="pt-BR" sz="2000" err="1">
                <a:latin typeface="Arial"/>
                <a:cs typeface="Arial"/>
              </a:rPr>
              <a:t>Denizar</a:t>
            </a:r>
            <a:r>
              <a:rPr lang="pt-BR" altLang="pt-BR" sz="2000" dirty="0">
                <a:latin typeface="Arial"/>
                <a:cs typeface="Arial"/>
              </a:rPr>
              <a:t> Cruz. </a:t>
            </a:r>
            <a:r>
              <a:rPr lang="pt-BR" altLang="pt-BR" sz="2000" b="1" dirty="0">
                <a:latin typeface="Arial"/>
                <a:cs typeface="Arial"/>
              </a:rPr>
              <a:t>Introdução ao estudo dos conversores CC-CA</a:t>
            </a:r>
            <a:r>
              <a:rPr lang="pt-BR" altLang="pt-BR" sz="2000" dirty="0">
                <a:latin typeface="Arial"/>
                <a:cs typeface="Arial"/>
              </a:rPr>
              <a:t>. Florianópolis, maio/2005. p.311, p312.</a:t>
            </a:r>
          </a:p>
          <a:p>
            <a:pPr algn="just"/>
            <a:r>
              <a:rPr lang="pt-BR" altLang="pt-BR" sz="2000" dirty="0">
                <a:latin typeface="Arial"/>
                <a:cs typeface="Arial"/>
              </a:rPr>
              <a:t>CAMPOS, Mario Massa de; SAITO, </a:t>
            </a:r>
            <a:r>
              <a:rPr lang="pt-BR" altLang="pt-BR" sz="2000" err="1">
                <a:latin typeface="Arial"/>
                <a:cs typeface="Arial"/>
              </a:rPr>
              <a:t>Kaku</a:t>
            </a:r>
            <a:r>
              <a:rPr lang="pt-BR" altLang="pt-BR" sz="2000" dirty="0">
                <a:latin typeface="Arial"/>
                <a:cs typeface="Arial"/>
              </a:rPr>
              <a:t>. </a:t>
            </a:r>
            <a:r>
              <a:rPr lang="pt-BR" altLang="pt-BR" sz="2000" b="1" dirty="0">
                <a:latin typeface="Arial"/>
                <a:cs typeface="Arial"/>
              </a:rPr>
              <a:t>Sistemas inteligentes em controle e automação de processos</a:t>
            </a:r>
            <a:r>
              <a:rPr lang="pt-BR" altLang="pt-BR" sz="2000" dirty="0">
                <a:latin typeface="Arial"/>
                <a:cs typeface="Arial"/>
              </a:rPr>
              <a:t>,  2004</a:t>
            </a:r>
          </a:p>
          <a:p>
            <a:pPr algn="just"/>
            <a:r>
              <a:rPr lang="pt-BR" altLang="pt-BR" sz="2000" dirty="0">
                <a:latin typeface="Arial"/>
                <a:cs typeface="Arial"/>
              </a:rPr>
              <a:t>COPPIN, Ben. </a:t>
            </a:r>
            <a:r>
              <a:rPr lang="pt-BR" altLang="pt-BR" sz="2000" b="1" dirty="0">
                <a:latin typeface="Arial"/>
                <a:cs typeface="Arial"/>
              </a:rPr>
              <a:t>Inteligência artifici</a:t>
            </a:r>
            <a:r>
              <a:rPr lang="pt-BR" altLang="pt-BR" sz="2000" dirty="0">
                <a:latin typeface="Arial"/>
                <a:cs typeface="Arial"/>
              </a:rPr>
              <a:t>al, 2013.</a:t>
            </a:r>
          </a:p>
          <a:p>
            <a:pPr algn="just"/>
            <a:r>
              <a:rPr lang="en-US" altLang="pt-BR" sz="2000" dirty="0">
                <a:latin typeface="Arial"/>
                <a:cs typeface="Arial"/>
              </a:rPr>
              <a:t>ENGLANDER, Irv. </a:t>
            </a:r>
            <a:r>
              <a:rPr lang="en-US" altLang="pt-BR" sz="2000" b="1" dirty="0">
                <a:latin typeface="Arial"/>
                <a:cs typeface="Arial"/>
              </a:rPr>
              <a:t>The Architecture of computer hardware and systems software</a:t>
            </a:r>
            <a:r>
              <a:rPr lang="en-US" altLang="pt-BR" sz="2000" dirty="0">
                <a:latin typeface="Arial"/>
                <a:cs typeface="Arial"/>
              </a:rPr>
              <a:t>: an information technology approach, 2000. </a:t>
            </a:r>
          </a:p>
          <a:p>
            <a:pPr algn="just"/>
            <a:r>
              <a:rPr lang="pt-BR" altLang="pt-BR" sz="2000" dirty="0">
                <a:latin typeface="Arial"/>
                <a:cs typeface="Arial"/>
              </a:rPr>
              <a:t>LOURENÇO, </a:t>
            </a:r>
            <a:r>
              <a:rPr lang="pt-BR" altLang="pt-BR" sz="2000" err="1">
                <a:latin typeface="Arial"/>
                <a:cs typeface="Arial"/>
              </a:rPr>
              <a:t>Antonio</a:t>
            </a:r>
            <a:r>
              <a:rPr lang="pt-BR" altLang="pt-BR" sz="2000" dirty="0">
                <a:latin typeface="Arial"/>
                <a:cs typeface="Arial"/>
              </a:rPr>
              <a:t> Carlos de; CRUZ.  </a:t>
            </a:r>
            <a:r>
              <a:rPr lang="pt-BR" altLang="pt-BR" sz="2000" b="1" dirty="0">
                <a:latin typeface="Arial"/>
                <a:cs typeface="Arial"/>
              </a:rPr>
              <a:t>Circuitos digitais</a:t>
            </a:r>
            <a:r>
              <a:rPr lang="pt-BR" altLang="pt-BR" sz="2000" dirty="0">
                <a:latin typeface="Arial"/>
                <a:cs typeface="Arial"/>
              </a:rPr>
              <a:t>, 1996.</a:t>
            </a:r>
          </a:p>
          <a:p>
            <a:pPr algn="just"/>
            <a:r>
              <a:rPr lang="pt-BR" altLang="pt-BR" sz="2000" dirty="0">
                <a:latin typeface="Arial"/>
                <a:cs typeface="Arial"/>
              </a:rPr>
              <a:t>LIMA, Charles Borges de; VILLAÇA, Marco Valério </a:t>
            </a:r>
            <a:r>
              <a:rPr lang="pt-BR" altLang="pt-BR" sz="2000" err="1">
                <a:latin typeface="Arial"/>
                <a:cs typeface="Arial"/>
              </a:rPr>
              <a:t>Miorim</a:t>
            </a:r>
            <a:r>
              <a:rPr lang="pt-BR" altLang="pt-BR" sz="2000" dirty="0">
                <a:latin typeface="Arial"/>
                <a:cs typeface="Arial"/>
              </a:rPr>
              <a:t>. </a:t>
            </a:r>
            <a:r>
              <a:rPr lang="pt-BR" altLang="pt-BR" sz="2000" b="1" dirty="0">
                <a:latin typeface="Arial"/>
                <a:cs typeface="Arial"/>
              </a:rPr>
              <a:t>AVR e Arduino</a:t>
            </a:r>
            <a:r>
              <a:rPr lang="pt-BR" altLang="pt-BR" sz="2000" dirty="0">
                <a:latin typeface="Arial"/>
                <a:cs typeface="Arial"/>
              </a:rPr>
              <a:t>: técnicas de projeto, 2012.</a:t>
            </a:r>
          </a:p>
          <a:p>
            <a:pPr algn="just"/>
            <a:r>
              <a:rPr lang="pt-BR" altLang="pt-BR" sz="2000" dirty="0">
                <a:latin typeface="Arial"/>
                <a:cs typeface="Arial"/>
              </a:rPr>
              <a:t>RUSSELL, Stuart J.; NORVIG, Peter. </a:t>
            </a:r>
            <a:r>
              <a:rPr lang="pt-BR" altLang="pt-BR" sz="2000" b="1" dirty="0">
                <a:latin typeface="Arial"/>
                <a:cs typeface="Arial"/>
              </a:rPr>
              <a:t>Inteligência artificial</a:t>
            </a:r>
            <a:r>
              <a:rPr lang="pt-BR" altLang="pt-BR" sz="2000" dirty="0">
                <a:latin typeface="Arial"/>
                <a:cs typeface="Arial"/>
              </a:rPr>
              <a:t>, 2013.</a:t>
            </a:r>
          </a:p>
          <a:p>
            <a:pPr algn="just"/>
            <a:r>
              <a:rPr lang="pt-BR" altLang="pt-BR" sz="2000" dirty="0">
                <a:latin typeface="Arial"/>
                <a:cs typeface="Arial"/>
              </a:rPr>
              <a:t>SALANT, Michael A. </a:t>
            </a:r>
            <a:r>
              <a:rPr lang="pt-BR" altLang="pt-BR" sz="2000" b="1" dirty="0">
                <a:latin typeface="Arial"/>
                <a:cs typeface="Arial"/>
              </a:rPr>
              <a:t>Introdução à robótica</a:t>
            </a:r>
            <a:r>
              <a:rPr lang="pt-BR" altLang="pt-BR" sz="2000" dirty="0">
                <a:latin typeface="Arial"/>
                <a:cs typeface="Arial"/>
              </a:rPr>
              <a:t>, 1990.</a:t>
            </a:r>
          </a:p>
          <a:p>
            <a:pPr algn="just"/>
            <a:r>
              <a:rPr lang="pt-BR" altLang="pt-BR" sz="2000" dirty="0">
                <a:latin typeface="Arial"/>
                <a:cs typeface="Arial"/>
              </a:rPr>
              <a:t>OLIVEIRA, E.; ANDRADE F. </a:t>
            </a:r>
            <a:r>
              <a:rPr lang="pt-BR" altLang="pt-BR" sz="2000" b="1" dirty="0">
                <a:latin typeface="Arial"/>
                <a:cs typeface="Arial"/>
              </a:rPr>
              <a:t>Sistemas embarcados</a:t>
            </a:r>
            <a:r>
              <a:rPr lang="pt-BR" altLang="pt-BR" sz="2000" dirty="0">
                <a:latin typeface="Arial"/>
                <a:cs typeface="Arial"/>
              </a:rPr>
              <a:t>. 1ª ed. São Paulo: Érica, 2006.</a:t>
            </a:r>
          </a:p>
          <a:p>
            <a:pPr algn="just"/>
            <a:r>
              <a:rPr lang="pt-BR" sz="2000" dirty="0">
                <a:latin typeface="Arial"/>
                <a:cs typeface="Arial"/>
              </a:rPr>
              <a:t>LIMA, Charles Borges de; VILLAÇA, Marco Valério </a:t>
            </a:r>
            <a:r>
              <a:rPr lang="pt-BR" sz="2000" dirty="0" err="1">
                <a:latin typeface="Arial"/>
                <a:cs typeface="Arial"/>
              </a:rPr>
              <a:t>Miorim</a:t>
            </a:r>
            <a:r>
              <a:rPr lang="pt-BR" sz="2000" dirty="0">
                <a:latin typeface="Arial"/>
                <a:cs typeface="Arial"/>
              </a:rPr>
              <a:t>. </a:t>
            </a:r>
            <a:r>
              <a:rPr lang="pt-BR" sz="2000" b="1" dirty="0">
                <a:latin typeface="Arial"/>
                <a:cs typeface="Arial"/>
              </a:rPr>
              <a:t>AVR e Arduino</a:t>
            </a:r>
            <a:r>
              <a:rPr lang="pt-BR" sz="2000" dirty="0">
                <a:latin typeface="Arial"/>
                <a:cs typeface="Arial"/>
              </a:rPr>
              <a:t>: técnicas de projeto, 2012.</a:t>
            </a:r>
            <a:endParaRPr lang="en-US" sz="2000" dirty="0">
              <a:latin typeface="Arial"/>
              <a:cs typeface="Arial"/>
            </a:endParaRPr>
          </a:p>
        </p:txBody>
      </p:sp>
      <p:sp>
        <p:nvSpPr>
          <p:cNvPr id="2076" name="Rectangle 1091">
            <a:extLst>
              <a:ext uri="{FF2B5EF4-FFF2-40B4-BE49-F238E27FC236}">
                <a16:creationId xmlns:a16="http://schemas.microsoft.com/office/drawing/2014/main" id="{6875A51A-E897-DF6F-79BC-BBD34D8493A9}"/>
              </a:ext>
            </a:extLst>
          </p:cNvPr>
          <p:cNvSpPr>
            <a:spLocks noChangeArrowheads="1"/>
          </p:cNvSpPr>
          <p:nvPr/>
        </p:nvSpPr>
        <p:spPr bwMode="auto">
          <a:xfrm>
            <a:off x="1312863" y="12177713"/>
            <a:ext cx="13288962" cy="4673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nchor="t">
            <a:spAutoFit/>
          </a:bodyPr>
          <a:lstStyle>
            <a:lvl1pPr indent="330200">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just"/>
            <a:r>
              <a:rPr lang="pt-BR" altLang="pt-BR" sz="2600" dirty="0">
                <a:highlight>
                  <a:srgbClr val="FFFF00"/>
                </a:highlight>
                <a:latin typeface="Arial"/>
                <a:cs typeface="Arial"/>
              </a:rPr>
              <a:t>Se houve  pesquisa com usuários , entrevista ou atividades importantes de definição de escopo do projeto, resuma aqui, se necessário destaque alguns de seus dados ou transcrições de entrevistas com usuário por  exemplo. </a:t>
            </a:r>
            <a:br>
              <a:rPr lang="pt-BR" altLang="pt-BR" sz="2600" dirty="0">
                <a:highlight>
                  <a:srgbClr val="FFFF00"/>
                </a:highlight>
                <a:latin typeface="Arial"/>
                <a:cs typeface="Arial"/>
              </a:rPr>
            </a:br>
            <a:r>
              <a:rPr lang="pt-BR" altLang="pt-BR" sz="2600" dirty="0">
                <a:highlight>
                  <a:srgbClr val="FFFF00"/>
                </a:highlight>
                <a:latin typeface="Arial"/>
                <a:cs typeface="Arial"/>
              </a:rPr>
              <a:t> Descreva as tecnologias utilizadas.</a:t>
            </a:r>
            <a:endParaRPr lang="pt-BR">
              <a:highlight>
                <a:srgbClr val="FFFF00"/>
              </a:highlight>
              <a:cs typeface="Times New Roman" panose="02020603050405020304" pitchFamily="18" charset="0"/>
            </a:endParaRPr>
          </a:p>
          <a:p>
            <a:pPr algn="just"/>
            <a:r>
              <a:rPr lang="pt-BR" altLang="pt-BR" sz="2600" dirty="0">
                <a:highlight>
                  <a:srgbClr val="FFFF00"/>
                </a:highlight>
                <a:latin typeface="Arial"/>
                <a:cs typeface="Arial"/>
              </a:rPr>
              <a:t>Descreva os detalhes de engenharia do projeto.</a:t>
            </a:r>
            <a:endParaRPr lang="pt-BR" altLang="pt-BR" sz="2600" dirty="0">
              <a:highlight>
                <a:srgbClr val="FFFF00"/>
              </a:highlight>
              <a:latin typeface="Arial" panose="020B0604020202020204" pitchFamily="34" charset="0"/>
              <a:cs typeface="Arial" panose="020B0604020202020204" pitchFamily="34" charset="0"/>
            </a:endParaRPr>
          </a:p>
          <a:p>
            <a:pPr algn="just"/>
            <a:r>
              <a:rPr lang="pt-BR" altLang="pt-BR" sz="2600" dirty="0">
                <a:highlight>
                  <a:srgbClr val="FFFF00"/>
                </a:highlight>
                <a:latin typeface="Arial"/>
                <a:cs typeface="Arial"/>
              </a:rPr>
              <a:t>Insira diagramas em versões simplificadas ou imagens (DE SUA AUTORIA) que facilitem a compreensão do seu projeto sem conhecer nada sobre ele. Use cores de destaque.</a:t>
            </a:r>
            <a:endParaRPr lang="pt-BR" altLang="pt-BR" sz="2600" dirty="0">
              <a:highlight>
                <a:srgbClr val="FFFF00"/>
              </a:highlight>
              <a:latin typeface="Arial" panose="020B0604020202020204" pitchFamily="34" charset="0"/>
              <a:cs typeface="Arial" panose="020B0604020202020204" pitchFamily="34" charset="0"/>
            </a:endParaRPr>
          </a:p>
          <a:p>
            <a:pPr algn="just"/>
            <a:r>
              <a:rPr lang="pt-BR" altLang="pt-BR" sz="2600" dirty="0">
                <a:highlight>
                  <a:srgbClr val="FFFF00"/>
                </a:highlight>
                <a:latin typeface="Arial"/>
                <a:cs typeface="Arial"/>
              </a:rPr>
              <a:t>Sempre que inserir uma figura, sua explicação deve ser realizada antes da Figura ser apresentada, e referenciada, exemplo: Figura 1. Não use imagens bom baixa resolução ou destorcidas. </a:t>
            </a:r>
            <a:r>
              <a:rPr lang="pt-BR" altLang="pt-BR" sz="2600" b="1" dirty="0">
                <a:highlight>
                  <a:srgbClr val="FFFF00"/>
                </a:highlight>
                <a:latin typeface="Arial"/>
                <a:cs typeface="Arial"/>
              </a:rPr>
              <a:t>PODE INSERIR TÓPICOS!</a:t>
            </a:r>
            <a:r>
              <a:rPr lang="pt-BR" altLang="pt-BR" sz="2600" dirty="0">
                <a:latin typeface="Arial"/>
                <a:cs typeface="Arial"/>
              </a:rPr>
              <a:t> </a:t>
            </a:r>
            <a:endParaRPr lang="pt-BR" altLang="pt-BR" sz="2600" dirty="0">
              <a:latin typeface="Arial" panose="020B0604020202020204" pitchFamily="34" charset="0"/>
              <a:cs typeface="Arial" panose="020B0604020202020204" pitchFamily="34" charset="0"/>
            </a:endParaRPr>
          </a:p>
        </p:txBody>
      </p:sp>
      <p:sp>
        <p:nvSpPr>
          <p:cNvPr id="2077" name="Rectangle 1606">
            <a:extLst>
              <a:ext uri="{FF2B5EF4-FFF2-40B4-BE49-F238E27FC236}">
                <a16:creationId xmlns:a16="http://schemas.microsoft.com/office/drawing/2014/main" id="{40588F1A-C866-6213-196B-B437C0266FF1}"/>
              </a:ext>
            </a:extLst>
          </p:cNvPr>
          <p:cNvSpPr>
            <a:spLocks noChangeArrowheads="1"/>
          </p:cNvSpPr>
          <p:nvPr/>
        </p:nvSpPr>
        <p:spPr bwMode="auto">
          <a:xfrm>
            <a:off x="1236663" y="22902863"/>
            <a:ext cx="13185775" cy="2273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nchor="t">
            <a:spAutoFit/>
          </a:bodyPr>
          <a:lstStyle>
            <a:lvl1pPr indent="330200">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just"/>
            <a:r>
              <a:rPr lang="pt-BR" sz="2600" dirty="0" err="1">
                <a:latin typeface="Arial"/>
                <a:cs typeface="Arial"/>
              </a:rPr>
              <a:t>Lorem</a:t>
            </a:r>
            <a:r>
              <a:rPr lang="pt-BR" sz="2600" dirty="0">
                <a:latin typeface="Arial"/>
                <a:cs typeface="Arial"/>
              </a:rPr>
              <a:t> ipsum tempus </a:t>
            </a:r>
            <a:r>
              <a:rPr lang="pt-BR" sz="2600" dirty="0" err="1">
                <a:latin typeface="Arial"/>
                <a:cs typeface="Arial"/>
              </a:rPr>
              <a:t>quam</a:t>
            </a:r>
            <a:r>
              <a:rPr lang="pt-BR" sz="2600" dirty="0">
                <a:latin typeface="Arial"/>
                <a:cs typeface="Arial"/>
              </a:rPr>
              <a:t> </a:t>
            </a:r>
            <a:r>
              <a:rPr lang="pt-BR" sz="2600" dirty="0" err="1">
                <a:latin typeface="Arial"/>
                <a:cs typeface="Arial"/>
              </a:rPr>
              <a:t>proin</a:t>
            </a:r>
            <a:r>
              <a:rPr lang="pt-BR" sz="2600" dirty="0">
                <a:latin typeface="Arial"/>
                <a:cs typeface="Arial"/>
              </a:rPr>
              <a:t> </a:t>
            </a:r>
            <a:r>
              <a:rPr lang="pt-BR" sz="2600" dirty="0" err="1">
                <a:latin typeface="Arial"/>
                <a:cs typeface="Arial"/>
              </a:rPr>
              <a:t>ligula</a:t>
            </a:r>
            <a:r>
              <a:rPr lang="pt-BR" sz="2600" dirty="0">
                <a:latin typeface="Arial"/>
                <a:cs typeface="Arial"/>
              </a:rPr>
              <a:t> fames </a:t>
            </a:r>
            <a:r>
              <a:rPr lang="pt-BR" sz="2600" dirty="0" err="1">
                <a:latin typeface="Arial"/>
                <a:cs typeface="Arial"/>
              </a:rPr>
              <a:t>pulvinar</a:t>
            </a:r>
            <a:r>
              <a:rPr lang="pt-BR" sz="2600" dirty="0">
                <a:latin typeface="Arial"/>
                <a:cs typeface="Arial"/>
              </a:rPr>
              <a:t>, </a:t>
            </a:r>
            <a:r>
              <a:rPr lang="pt-BR" sz="2600" dirty="0" err="1">
                <a:latin typeface="Arial"/>
                <a:cs typeface="Arial"/>
              </a:rPr>
              <a:t>sodales</a:t>
            </a:r>
            <a:r>
              <a:rPr lang="pt-BR" sz="2600" dirty="0">
                <a:latin typeface="Arial"/>
                <a:cs typeface="Arial"/>
              </a:rPr>
              <a:t> </a:t>
            </a:r>
            <a:r>
              <a:rPr lang="pt-BR" sz="2600" dirty="0" err="1">
                <a:latin typeface="Arial"/>
                <a:cs typeface="Arial"/>
              </a:rPr>
              <a:t>taciti</a:t>
            </a:r>
            <a:r>
              <a:rPr lang="pt-BR" sz="2600" dirty="0">
                <a:latin typeface="Arial"/>
                <a:cs typeface="Arial"/>
              </a:rPr>
              <a:t> mi tempus </a:t>
            </a:r>
            <a:r>
              <a:rPr lang="pt-BR" sz="2600" dirty="0" err="1">
                <a:latin typeface="Arial"/>
                <a:cs typeface="Arial"/>
              </a:rPr>
              <a:t>ligula</a:t>
            </a:r>
            <a:r>
              <a:rPr lang="pt-BR" sz="2600" dirty="0">
                <a:latin typeface="Arial"/>
                <a:cs typeface="Arial"/>
              </a:rPr>
              <a:t> </a:t>
            </a:r>
            <a:r>
              <a:rPr lang="pt-BR" sz="2600" dirty="0" err="1">
                <a:latin typeface="Arial"/>
                <a:cs typeface="Arial"/>
              </a:rPr>
              <a:t>potenti</a:t>
            </a:r>
            <a:r>
              <a:rPr lang="pt-BR" sz="2600" dirty="0">
                <a:latin typeface="Arial"/>
                <a:cs typeface="Arial"/>
              </a:rPr>
              <a:t>, </a:t>
            </a:r>
            <a:r>
              <a:rPr lang="pt-BR" sz="2600" dirty="0" err="1">
                <a:latin typeface="Arial"/>
                <a:cs typeface="Arial"/>
              </a:rPr>
              <a:t>interdum</a:t>
            </a:r>
            <a:r>
              <a:rPr lang="pt-BR" sz="2600" dirty="0">
                <a:latin typeface="Arial"/>
                <a:cs typeface="Arial"/>
              </a:rPr>
              <a:t> </a:t>
            </a:r>
            <a:r>
              <a:rPr lang="pt-BR" sz="2600" dirty="0" err="1">
                <a:latin typeface="Arial"/>
                <a:cs typeface="Arial"/>
              </a:rPr>
              <a:t>dolor</a:t>
            </a:r>
            <a:r>
              <a:rPr lang="pt-BR" sz="2600" dirty="0">
                <a:latin typeface="Arial"/>
                <a:cs typeface="Arial"/>
              </a:rPr>
              <a:t> </a:t>
            </a:r>
            <a:r>
              <a:rPr lang="pt-BR" sz="2600" dirty="0" err="1">
                <a:latin typeface="Arial"/>
                <a:cs typeface="Arial"/>
              </a:rPr>
              <a:t>iaculis</a:t>
            </a:r>
            <a:r>
              <a:rPr lang="pt-BR" sz="2600" dirty="0">
                <a:latin typeface="Arial"/>
                <a:cs typeface="Arial"/>
              </a:rPr>
              <a:t> </a:t>
            </a:r>
            <a:r>
              <a:rPr lang="pt-BR" sz="2600" dirty="0" err="1">
                <a:latin typeface="Arial"/>
                <a:cs typeface="Arial"/>
              </a:rPr>
              <a:t>tellus</a:t>
            </a:r>
            <a:r>
              <a:rPr lang="pt-BR" sz="2600" dirty="0">
                <a:latin typeface="Arial"/>
                <a:cs typeface="Arial"/>
              </a:rPr>
              <a:t> gravida </a:t>
            </a:r>
            <a:r>
              <a:rPr lang="pt-BR" sz="2600" dirty="0" err="1">
                <a:latin typeface="Arial"/>
                <a:cs typeface="Arial"/>
              </a:rPr>
              <a:t>auctor</a:t>
            </a:r>
            <a:r>
              <a:rPr lang="pt-BR" sz="2600" dirty="0">
                <a:latin typeface="Arial"/>
                <a:cs typeface="Arial"/>
              </a:rPr>
              <a:t>. </a:t>
            </a:r>
            <a:r>
              <a:rPr lang="pt-BR" sz="2600" dirty="0" err="1">
                <a:latin typeface="Arial"/>
                <a:cs typeface="Arial"/>
              </a:rPr>
              <a:t>sapien</a:t>
            </a:r>
            <a:r>
              <a:rPr lang="pt-BR" sz="2600" dirty="0">
                <a:latin typeface="Arial"/>
                <a:cs typeface="Arial"/>
              </a:rPr>
              <a:t> habitasse </a:t>
            </a:r>
            <a:r>
              <a:rPr lang="pt-BR" sz="2600" dirty="0" err="1">
                <a:latin typeface="Arial"/>
                <a:cs typeface="Arial"/>
              </a:rPr>
              <a:t>litora</a:t>
            </a:r>
            <a:r>
              <a:rPr lang="pt-BR" sz="2600" dirty="0">
                <a:latin typeface="Arial"/>
                <a:cs typeface="Arial"/>
              </a:rPr>
              <a:t> a </a:t>
            </a:r>
            <a:r>
              <a:rPr lang="pt-BR" sz="2600" dirty="0" err="1">
                <a:latin typeface="Arial"/>
                <a:cs typeface="Arial"/>
              </a:rPr>
              <a:t>accumsan</a:t>
            </a:r>
            <a:r>
              <a:rPr lang="pt-BR" sz="2600" dirty="0">
                <a:latin typeface="Arial"/>
                <a:cs typeface="Arial"/>
              </a:rPr>
              <a:t> </a:t>
            </a:r>
            <a:r>
              <a:rPr lang="pt-BR" sz="2600" dirty="0" err="1">
                <a:latin typeface="Arial"/>
                <a:cs typeface="Arial"/>
              </a:rPr>
              <a:t>viverra</a:t>
            </a:r>
            <a:r>
              <a:rPr lang="pt-BR" sz="2600" dirty="0">
                <a:latin typeface="Arial"/>
                <a:cs typeface="Arial"/>
              </a:rPr>
              <a:t> </a:t>
            </a:r>
            <a:r>
              <a:rPr lang="pt-BR" sz="2600" dirty="0" err="1">
                <a:latin typeface="Arial"/>
                <a:cs typeface="Arial"/>
              </a:rPr>
              <a:t>adipiscing</a:t>
            </a:r>
            <a:r>
              <a:rPr lang="pt-BR" sz="2600" dirty="0">
                <a:latin typeface="Arial"/>
                <a:cs typeface="Arial"/>
              </a:rPr>
              <a:t> </a:t>
            </a:r>
            <a:r>
              <a:rPr lang="pt-BR" sz="2600" dirty="0" err="1">
                <a:latin typeface="Arial"/>
                <a:cs typeface="Arial"/>
              </a:rPr>
              <a:t>eros</a:t>
            </a:r>
            <a:r>
              <a:rPr lang="pt-BR" sz="2600" dirty="0">
                <a:latin typeface="Arial"/>
                <a:cs typeface="Arial"/>
              </a:rPr>
              <a:t> </a:t>
            </a:r>
            <a:r>
              <a:rPr lang="pt-BR" sz="2600" dirty="0" err="1">
                <a:latin typeface="Arial"/>
                <a:cs typeface="Arial"/>
              </a:rPr>
              <a:t>donec</a:t>
            </a:r>
            <a:r>
              <a:rPr lang="pt-BR" sz="2600" dirty="0">
                <a:latin typeface="Arial"/>
                <a:cs typeface="Arial"/>
              </a:rPr>
              <a:t>, urna </a:t>
            </a:r>
            <a:r>
              <a:rPr lang="pt-BR" sz="2600" dirty="0" err="1">
                <a:latin typeface="Arial"/>
                <a:cs typeface="Arial"/>
              </a:rPr>
              <a:t>aenean</a:t>
            </a:r>
            <a:r>
              <a:rPr lang="pt-BR" sz="2600" dirty="0">
                <a:latin typeface="Arial"/>
                <a:cs typeface="Arial"/>
              </a:rPr>
              <a:t> tempus </a:t>
            </a:r>
            <a:r>
              <a:rPr lang="pt-BR" sz="2600" dirty="0" err="1">
                <a:latin typeface="Arial"/>
                <a:cs typeface="Arial"/>
              </a:rPr>
              <a:t>lacinia</a:t>
            </a:r>
            <a:r>
              <a:rPr lang="pt-BR" sz="2600" dirty="0">
                <a:latin typeface="Arial"/>
                <a:cs typeface="Arial"/>
              </a:rPr>
              <a:t> </a:t>
            </a:r>
            <a:r>
              <a:rPr lang="pt-BR" sz="2600" dirty="0" err="1">
                <a:latin typeface="Arial"/>
                <a:cs typeface="Arial"/>
              </a:rPr>
              <a:t>elit</a:t>
            </a:r>
            <a:r>
              <a:rPr lang="pt-BR" sz="2600" dirty="0">
                <a:latin typeface="Arial"/>
                <a:cs typeface="Arial"/>
              </a:rPr>
              <a:t> </a:t>
            </a:r>
            <a:r>
              <a:rPr lang="pt-BR" sz="2600" dirty="0" err="1">
                <a:latin typeface="Arial"/>
                <a:cs typeface="Arial"/>
              </a:rPr>
              <a:t>vulputate</a:t>
            </a:r>
            <a:r>
              <a:rPr lang="pt-BR" sz="2600" dirty="0">
                <a:latin typeface="Arial"/>
                <a:cs typeface="Arial"/>
              </a:rPr>
              <a:t> </a:t>
            </a:r>
            <a:r>
              <a:rPr lang="pt-BR" sz="2600" dirty="0" err="1">
                <a:latin typeface="Arial"/>
                <a:cs typeface="Arial"/>
              </a:rPr>
              <a:t>vel</a:t>
            </a:r>
            <a:r>
              <a:rPr lang="pt-BR" sz="2600" dirty="0">
                <a:latin typeface="Arial"/>
                <a:cs typeface="Arial"/>
              </a:rPr>
              <a:t> </a:t>
            </a:r>
            <a:r>
              <a:rPr lang="pt-BR" sz="2600" dirty="0" err="1">
                <a:latin typeface="Arial"/>
                <a:cs typeface="Arial"/>
              </a:rPr>
              <a:t>consequat</a:t>
            </a:r>
            <a:r>
              <a:rPr lang="pt-BR" sz="2600" dirty="0">
                <a:latin typeface="Arial"/>
                <a:cs typeface="Arial"/>
              </a:rPr>
              <a:t>, </a:t>
            </a:r>
            <a:r>
              <a:rPr lang="pt-BR" sz="2600" dirty="0" err="1">
                <a:latin typeface="Arial"/>
                <a:cs typeface="Arial"/>
              </a:rPr>
              <a:t>primis</a:t>
            </a:r>
            <a:r>
              <a:rPr lang="pt-BR" sz="2600" dirty="0">
                <a:latin typeface="Arial"/>
                <a:cs typeface="Arial"/>
              </a:rPr>
              <a:t> </a:t>
            </a:r>
            <a:r>
              <a:rPr lang="pt-BR" sz="2600" dirty="0" err="1">
                <a:latin typeface="Arial"/>
                <a:cs typeface="Arial"/>
              </a:rPr>
              <a:t>sagittis</a:t>
            </a:r>
            <a:r>
              <a:rPr lang="pt-BR" sz="2600" dirty="0">
                <a:latin typeface="Arial"/>
                <a:cs typeface="Arial"/>
              </a:rPr>
              <a:t> </a:t>
            </a:r>
            <a:r>
              <a:rPr lang="pt-BR" sz="2600" dirty="0" err="1">
                <a:latin typeface="Arial"/>
                <a:cs typeface="Arial"/>
              </a:rPr>
              <a:t>maecenas</a:t>
            </a:r>
            <a:r>
              <a:rPr lang="pt-BR" sz="2600" dirty="0">
                <a:latin typeface="Arial"/>
                <a:cs typeface="Arial"/>
              </a:rPr>
              <a:t> magna </a:t>
            </a:r>
            <a:r>
              <a:rPr lang="pt-BR" sz="2600" dirty="0" err="1">
                <a:latin typeface="Arial"/>
                <a:cs typeface="Arial"/>
              </a:rPr>
              <a:t>suspendisse</a:t>
            </a:r>
            <a:r>
              <a:rPr lang="pt-BR" sz="2600" dirty="0">
                <a:latin typeface="Arial"/>
                <a:cs typeface="Arial"/>
              </a:rPr>
              <a:t> </a:t>
            </a:r>
            <a:r>
              <a:rPr lang="pt-BR" sz="2600" dirty="0" err="1">
                <a:latin typeface="Arial"/>
                <a:cs typeface="Arial"/>
              </a:rPr>
              <a:t>porttitor</a:t>
            </a:r>
            <a:r>
              <a:rPr lang="pt-BR" sz="2600" dirty="0">
                <a:latin typeface="Arial"/>
                <a:cs typeface="Arial"/>
              </a:rPr>
              <a:t> magna. </a:t>
            </a:r>
            <a:r>
              <a:rPr lang="pt-BR" sz="2600" dirty="0" err="1">
                <a:latin typeface="Arial"/>
                <a:cs typeface="Arial"/>
              </a:rPr>
              <a:t>varius</a:t>
            </a:r>
            <a:r>
              <a:rPr lang="pt-BR" sz="2600" dirty="0">
                <a:latin typeface="Arial"/>
                <a:cs typeface="Arial"/>
              </a:rPr>
              <a:t> . </a:t>
            </a:r>
            <a:r>
              <a:rPr lang="pt-BR" altLang="pt-BR" sz="2600" dirty="0">
                <a:latin typeface="Arial"/>
                <a:cs typeface="Arial"/>
              </a:rPr>
              <a:t> Figura 2</a:t>
            </a:r>
          </a:p>
        </p:txBody>
      </p:sp>
      <p:sp>
        <p:nvSpPr>
          <p:cNvPr id="2078" name="Text Box 3655">
            <a:extLst>
              <a:ext uri="{FF2B5EF4-FFF2-40B4-BE49-F238E27FC236}">
                <a16:creationId xmlns:a16="http://schemas.microsoft.com/office/drawing/2014/main" id="{38617E8D-4E72-1A95-0802-F7A7A2A5D06C}"/>
              </a:ext>
            </a:extLst>
          </p:cNvPr>
          <p:cNvSpPr txBox="1">
            <a:spLocks noChangeArrowheads="1"/>
          </p:cNvSpPr>
          <p:nvPr/>
        </p:nvSpPr>
        <p:spPr bwMode="auto">
          <a:xfrm>
            <a:off x="2546962" y="25273796"/>
            <a:ext cx="92741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defTabSz="615950">
              <a:defRPr sz="1700">
                <a:solidFill>
                  <a:schemeClr val="tx1"/>
                </a:solidFill>
                <a:latin typeface="Times New Roman" panose="02020603050405020304" pitchFamily="18" charset="0"/>
              </a:defRPr>
            </a:lvl1pPr>
            <a:lvl2pPr marL="742950" indent="-285750" defTabSz="615950">
              <a:defRPr sz="1700">
                <a:solidFill>
                  <a:schemeClr val="tx1"/>
                </a:solidFill>
                <a:latin typeface="Times New Roman" panose="02020603050405020304" pitchFamily="18" charset="0"/>
              </a:defRPr>
            </a:lvl2pPr>
            <a:lvl3pPr marL="1143000" indent="-228600" defTabSz="615950">
              <a:defRPr sz="1700">
                <a:solidFill>
                  <a:schemeClr val="tx1"/>
                </a:solidFill>
                <a:latin typeface="Times New Roman" panose="02020603050405020304" pitchFamily="18" charset="0"/>
              </a:defRPr>
            </a:lvl3pPr>
            <a:lvl4pPr marL="1600200" indent="-228600" defTabSz="615950">
              <a:defRPr sz="1700">
                <a:solidFill>
                  <a:schemeClr val="tx1"/>
                </a:solidFill>
                <a:latin typeface="Times New Roman" panose="02020603050405020304" pitchFamily="18" charset="0"/>
              </a:defRPr>
            </a:lvl4pPr>
            <a:lvl5pPr marL="2057400" indent="-228600" defTabSz="615950">
              <a:defRPr sz="1700">
                <a:solidFill>
                  <a:schemeClr val="tx1"/>
                </a:solidFill>
                <a:latin typeface="Times New Roman" panose="02020603050405020304" pitchFamily="18" charset="0"/>
              </a:defRPr>
            </a:lvl5pPr>
            <a:lvl6pPr marL="2514600" indent="-228600" defTabSz="61595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595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595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5950" eaLnBrk="0" fontAlgn="base" hangingPunct="0">
              <a:spcBef>
                <a:spcPct val="0"/>
              </a:spcBef>
              <a:spcAft>
                <a:spcPct val="0"/>
              </a:spcAft>
              <a:defRPr sz="1700">
                <a:solidFill>
                  <a:schemeClr val="tx1"/>
                </a:solidFill>
                <a:latin typeface="Times New Roman" panose="02020603050405020304" pitchFamily="18" charset="0"/>
              </a:defRPr>
            </a:lvl9pPr>
          </a:lstStyle>
          <a:p>
            <a:pPr algn="ctr"/>
            <a:r>
              <a:rPr lang="pt-BR" altLang="pt-BR" sz="2000" dirty="0">
                <a:latin typeface="Arial"/>
                <a:cs typeface="Arial"/>
              </a:rPr>
              <a:t>Figura 2 – Arquitetura</a:t>
            </a:r>
            <a:endParaRPr lang="pt-BR" altLang="pt-BR" sz="2000" b="1" dirty="0">
              <a:latin typeface="Arial" panose="020B0604020202020204" pitchFamily="34" charset="0"/>
              <a:cs typeface="Arial" panose="020B0604020202020204" pitchFamily="34" charset="0"/>
            </a:endParaRPr>
          </a:p>
        </p:txBody>
      </p:sp>
      <p:sp>
        <p:nvSpPr>
          <p:cNvPr id="2079" name="Text Box 3354">
            <a:extLst>
              <a:ext uri="{FF2B5EF4-FFF2-40B4-BE49-F238E27FC236}">
                <a16:creationId xmlns:a16="http://schemas.microsoft.com/office/drawing/2014/main" id="{4E3C3EA6-E7E2-1A33-0916-DE748636B6B3}"/>
              </a:ext>
            </a:extLst>
          </p:cNvPr>
          <p:cNvSpPr txBox="1">
            <a:spLocks noChangeArrowheads="1"/>
          </p:cNvSpPr>
          <p:nvPr/>
        </p:nvSpPr>
        <p:spPr bwMode="auto">
          <a:xfrm>
            <a:off x="16995775" y="5197475"/>
            <a:ext cx="8742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defTabSz="611188">
              <a:defRPr sz="1700">
                <a:solidFill>
                  <a:schemeClr val="tx1"/>
                </a:solidFill>
                <a:latin typeface="Times New Roman" panose="02020603050405020304" pitchFamily="18" charset="0"/>
              </a:defRPr>
            </a:lvl1pPr>
            <a:lvl2pPr marL="742950" indent="-285750" defTabSz="611188">
              <a:defRPr sz="1700">
                <a:solidFill>
                  <a:schemeClr val="tx1"/>
                </a:solidFill>
                <a:latin typeface="Times New Roman" panose="02020603050405020304" pitchFamily="18" charset="0"/>
              </a:defRPr>
            </a:lvl2pPr>
            <a:lvl3pPr marL="1143000" indent="-228600" defTabSz="611188">
              <a:defRPr sz="1700">
                <a:solidFill>
                  <a:schemeClr val="tx1"/>
                </a:solidFill>
                <a:latin typeface="Times New Roman" panose="02020603050405020304" pitchFamily="18" charset="0"/>
              </a:defRPr>
            </a:lvl3pPr>
            <a:lvl4pPr marL="1600200" indent="-228600" defTabSz="611188">
              <a:defRPr sz="1700">
                <a:solidFill>
                  <a:schemeClr val="tx1"/>
                </a:solidFill>
                <a:latin typeface="Times New Roman" panose="02020603050405020304" pitchFamily="18" charset="0"/>
              </a:defRPr>
            </a:lvl4pPr>
            <a:lvl5pPr marL="2057400" indent="-228600" defTabSz="611188">
              <a:defRPr sz="1700">
                <a:solidFill>
                  <a:schemeClr val="tx1"/>
                </a:solidFill>
                <a:latin typeface="Times New Roman" panose="02020603050405020304" pitchFamily="18" charset="0"/>
              </a:defRPr>
            </a:lvl5pPr>
            <a:lvl6pPr marL="2514600" indent="-228600" defTabSz="611188"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1188"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1188"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1188" eaLnBrk="0" fontAlgn="base" hangingPunct="0">
              <a:spcBef>
                <a:spcPct val="0"/>
              </a:spcBef>
              <a:spcAft>
                <a:spcPct val="0"/>
              </a:spcAft>
              <a:defRPr sz="1700">
                <a:solidFill>
                  <a:schemeClr val="tx1"/>
                </a:solidFill>
                <a:latin typeface="Times New Roman" panose="02020603050405020304" pitchFamily="18" charset="0"/>
              </a:defRPr>
            </a:lvl9pPr>
          </a:lstStyle>
          <a:p>
            <a:pPr algn="ctr">
              <a:spcBef>
                <a:spcPct val="50000"/>
              </a:spcBef>
            </a:pPr>
            <a:r>
              <a:rPr lang="pt-BR" altLang="pt-BR" sz="3300" b="1" dirty="0">
                <a:solidFill>
                  <a:srgbClr val="C00000"/>
                </a:solidFill>
                <a:latin typeface="Arial"/>
                <a:cs typeface="Arial"/>
              </a:rPr>
              <a:t>RESULTADOS </a:t>
            </a:r>
          </a:p>
        </p:txBody>
      </p:sp>
      <p:sp>
        <p:nvSpPr>
          <p:cNvPr id="2080" name="Rectangle 3678">
            <a:extLst>
              <a:ext uri="{FF2B5EF4-FFF2-40B4-BE49-F238E27FC236}">
                <a16:creationId xmlns:a16="http://schemas.microsoft.com/office/drawing/2014/main" id="{67F8BF69-CA47-9D68-F603-97FBC0963A1C}"/>
              </a:ext>
            </a:extLst>
          </p:cNvPr>
          <p:cNvSpPr>
            <a:spLocks noChangeArrowheads="1"/>
          </p:cNvSpPr>
          <p:nvPr/>
        </p:nvSpPr>
        <p:spPr bwMode="auto">
          <a:xfrm>
            <a:off x="15222532" y="17418035"/>
            <a:ext cx="12558712" cy="2273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nchor="t">
            <a:spAutoFit/>
          </a:bodyPr>
          <a:lstStyle>
            <a:lvl1pPr indent="330200">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just"/>
            <a:r>
              <a:rPr lang="pt-BR" sz="2600" dirty="0" err="1">
                <a:latin typeface="Arial"/>
                <a:cs typeface="Arial"/>
              </a:rPr>
              <a:t>Lorem</a:t>
            </a:r>
            <a:r>
              <a:rPr lang="pt-BR" sz="2600" dirty="0">
                <a:latin typeface="Arial"/>
                <a:cs typeface="Arial"/>
              </a:rPr>
              <a:t> ipsum tempus </a:t>
            </a:r>
            <a:r>
              <a:rPr lang="pt-BR" sz="2600" dirty="0" err="1">
                <a:latin typeface="Arial"/>
                <a:cs typeface="Arial"/>
              </a:rPr>
              <a:t>quam</a:t>
            </a:r>
            <a:r>
              <a:rPr lang="pt-BR" sz="2600" dirty="0">
                <a:latin typeface="Arial"/>
                <a:cs typeface="Arial"/>
              </a:rPr>
              <a:t> </a:t>
            </a:r>
            <a:r>
              <a:rPr lang="pt-BR" sz="2600" dirty="0" err="1">
                <a:latin typeface="Arial"/>
                <a:cs typeface="Arial"/>
              </a:rPr>
              <a:t>proin</a:t>
            </a:r>
            <a:r>
              <a:rPr lang="pt-BR" sz="2600" dirty="0">
                <a:latin typeface="Arial"/>
                <a:cs typeface="Arial"/>
              </a:rPr>
              <a:t> </a:t>
            </a:r>
            <a:r>
              <a:rPr lang="pt-BR" sz="2600" dirty="0" err="1">
                <a:latin typeface="Arial"/>
                <a:cs typeface="Arial"/>
              </a:rPr>
              <a:t>ligula</a:t>
            </a:r>
            <a:r>
              <a:rPr lang="pt-BR" sz="2600" dirty="0">
                <a:latin typeface="Arial"/>
                <a:cs typeface="Arial"/>
              </a:rPr>
              <a:t> fames </a:t>
            </a:r>
            <a:r>
              <a:rPr lang="pt-BR" sz="2600" dirty="0" err="1">
                <a:latin typeface="Arial"/>
                <a:cs typeface="Arial"/>
              </a:rPr>
              <a:t>pulvinar</a:t>
            </a:r>
            <a:r>
              <a:rPr lang="pt-BR" sz="2600" dirty="0">
                <a:latin typeface="Arial"/>
                <a:cs typeface="Arial"/>
              </a:rPr>
              <a:t>, </a:t>
            </a:r>
            <a:r>
              <a:rPr lang="pt-BR" sz="2600" dirty="0" err="1">
                <a:latin typeface="Arial"/>
                <a:cs typeface="Arial"/>
              </a:rPr>
              <a:t>sodales</a:t>
            </a:r>
            <a:r>
              <a:rPr lang="pt-BR" sz="2600" dirty="0">
                <a:latin typeface="Arial"/>
                <a:cs typeface="Arial"/>
              </a:rPr>
              <a:t> </a:t>
            </a:r>
            <a:r>
              <a:rPr lang="pt-BR" sz="2600" dirty="0" err="1">
                <a:latin typeface="Arial"/>
                <a:cs typeface="Arial"/>
              </a:rPr>
              <a:t>taciti</a:t>
            </a:r>
            <a:r>
              <a:rPr lang="pt-BR" sz="2600" dirty="0">
                <a:latin typeface="Arial"/>
                <a:cs typeface="Arial"/>
              </a:rPr>
              <a:t> mi tempus </a:t>
            </a:r>
            <a:r>
              <a:rPr lang="pt-BR" sz="2600" dirty="0" err="1">
                <a:latin typeface="Arial"/>
                <a:cs typeface="Arial"/>
              </a:rPr>
              <a:t>ligula</a:t>
            </a:r>
            <a:r>
              <a:rPr lang="pt-BR" sz="2600" dirty="0">
                <a:latin typeface="Arial"/>
                <a:cs typeface="Arial"/>
              </a:rPr>
              <a:t> </a:t>
            </a:r>
            <a:r>
              <a:rPr lang="pt-BR" sz="2600" dirty="0" err="1">
                <a:latin typeface="Arial"/>
                <a:cs typeface="Arial"/>
              </a:rPr>
              <a:t>potenti</a:t>
            </a:r>
            <a:r>
              <a:rPr lang="pt-BR" sz="2600" dirty="0">
                <a:latin typeface="Arial"/>
                <a:cs typeface="Arial"/>
              </a:rPr>
              <a:t>, </a:t>
            </a:r>
            <a:r>
              <a:rPr lang="pt-BR" sz="2600" dirty="0" err="1">
                <a:latin typeface="Arial"/>
                <a:cs typeface="Arial"/>
              </a:rPr>
              <a:t>interdum</a:t>
            </a:r>
            <a:r>
              <a:rPr lang="pt-BR" sz="2600" dirty="0">
                <a:latin typeface="Arial"/>
                <a:cs typeface="Arial"/>
              </a:rPr>
              <a:t> </a:t>
            </a:r>
            <a:r>
              <a:rPr lang="pt-BR" sz="2600" dirty="0" err="1">
                <a:latin typeface="Arial"/>
                <a:cs typeface="Arial"/>
              </a:rPr>
              <a:t>dolor</a:t>
            </a:r>
            <a:r>
              <a:rPr lang="pt-BR" sz="2600" dirty="0">
                <a:latin typeface="Arial"/>
                <a:cs typeface="Arial"/>
              </a:rPr>
              <a:t> </a:t>
            </a:r>
            <a:r>
              <a:rPr lang="pt-BR" sz="2600" dirty="0" err="1">
                <a:latin typeface="Arial"/>
                <a:cs typeface="Arial"/>
              </a:rPr>
              <a:t>iaculis</a:t>
            </a:r>
            <a:r>
              <a:rPr lang="pt-BR" sz="2600" dirty="0">
                <a:latin typeface="Arial"/>
                <a:cs typeface="Arial"/>
              </a:rPr>
              <a:t> </a:t>
            </a:r>
            <a:r>
              <a:rPr lang="pt-BR" sz="2600" dirty="0" err="1">
                <a:latin typeface="Arial"/>
                <a:cs typeface="Arial"/>
              </a:rPr>
              <a:t>tellus</a:t>
            </a:r>
            <a:r>
              <a:rPr lang="pt-BR" sz="2600" dirty="0">
                <a:latin typeface="Arial"/>
                <a:cs typeface="Arial"/>
              </a:rPr>
              <a:t> gravida </a:t>
            </a:r>
            <a:r>
              <a:rPr lang="pt-BR" sz="2600" dirty="0" err="1">
                <a:latin typeface="Arial"/>
                <a:cs typeface="Arial"/>
              </a:rPr>
              <a:t>auctor</a:t>
            </a:r>
            <a:r>
              <a:rPr lang="pt-BR" sz="2600" dirty="0">
                <a:latin typeface="Arial"/>
                <a:cs typeface="Arial"/>
              </a:rPr>
              <a:t>. </a:t>
            </a:r>
            <a:r>
              <a:rPr lang="pt-BR" sz="2600" dirty="0" err="1">
                <a:latin typeface="Arial"/>
                <a:cs typeface="Arial"/>
              </a:rPr>
              <a:t>sapien</a:t>
            </a:r>
            <a:r>
              <a:rPr lang="pt-BR" sz="2600" dirty="0">
                <a:latin typeface="Arial"/>
                <a:cs typeface="Arial"/>
              </a:rPr>
              <a:t> habitasse </a:t>
            </a:r>
            <a:r>
              <a:rPr lang="pt-BR" sz="2600" dirty="0" err="1">
                <a:latin typeface="Arial"/>
                <a:cs typeface="Arial"/>
              </a:rPr>
              <a:t>litora</a:t>
            </a:r>
            <a:r>
              <a:rPr lang="pt-BR" sz="2600" dirty="0">
                <a:latin typeface="Arial"/>
                <a:cs typeface="Arial"/>
              </a:rPr>
              <a:t> a </a:t>
            </a:r>
            <a:r>
              <a:rPr lang="pt-BR" sz="2600" dirty="0" err="1">
                <a:latin typeface="Arial"/>
                <a:cs typeface="Arial"/>
              </a:rPr>
              <a:t>accumsan</a:t>
            </a:r>
            <a:r>
              <a:rPr lang="pt-BR" sz="2600" dirty="0">
                <a:latin typeface="Arial"/>
                <a:cs typeface="Arial"/>
              </a:rPr>
              <a:t> </a:t>
            </a:r>
            <a:r>
              <a:rPr lang="pt-BR" sz="2600" dirty="0" err="1">
                <a:latin typeface="Arial"/>
                <a:cs typeface="Arial"/>
              </a:rPr>
              <a:t>viverra</a:t>
            </a:r>
            <a:r>
              <a:rPr lang="pt-BR" sz="2600" dirty="0">
                <a:latin typeface="Arial"/>
                <a:cs typeface="Arial"/>
              </a:rPr>
              <a:t> </a:t>
            </a:r>
            <a:r>
              <a:rPr lang="pt-BR" sz="2600" dirty="0" err="1">
                <a:latin typeface="Arial"/>
                <a:cs typeface="Arial"/>
              </a:rPr>
              <a:t>adipiscing</a:t>
            </a:r>
            <a:r>
              <a:rPr lang="pt-BR" sz="2600" dirty="0">
                <a:latin typeface="Arial"/>
                <a:cs typeface="Arial"/>
              </a:rPr>
              <a:t> </a:t>
            </a:r>
            <a:r>
              <a:rPr lang="pt-BR" sz="2600" dirty="0" err="1">
                <a:latin typeface="Arial"/>
                <a:cs typeface="Arial"/>
              </a:rPr>
              <a:t>eros</a:t>
            </a:r>
            <a:r>
              <a:rPr lang="pt-BR" sz="2600" dirty="0">
                <a:latin typeface="Arial"/>
                <a:cs typeface="Arial"/>
              </a:rPr>
              <a:t> </a:t>
            </a:r>
            <a:r>
              <a:rPr lang="pt-BR" sz="2600" dirty="0" err="1">
                <a:latin typeface="Arial"/>
                <a:cs typeface="Arial"/>
              </a:rPr>
              <a:t>donec</a:t>
            </a:r>
            <a:r>
              <a:rPr lang="pt-BR" sz="2600" dirty="0">
                <a:latin typeface="Arial"/>
                <a:cs typeface="Arial"/>
              </a:rPr>
              <a:t>, urna </a:t>
            </a:r>
            <a:r>
              <a:rPr lang="pt-BR" sz="2600" dirty="0" err="1">
                <a:latin typeface="Arial"/>
                <a:cs typeface="Arial"/>
              </a:rPr>
              <a:t>aenean</a:t>
            </a:r>
            <a:r>
              <a:rPr lang="pt-BR" sz="2600" dirty="0">
                <a:latin typeface="Arial"/>
                <a:cs typeface="Arial"/>
              </a:rPr>
              <a:t> tempus </a:t>
            </a:r>
            <a:r>
              <a:rPr lang="pt-BR" sz="2600" dirty="0" err="1">
                <a:latin typeface="Arial"/>
                <a:cs typeface="Arial"/>
              </a:rPr>
              <a:t>lacinia</a:t>
            </a:r>
            <a:r>
              <a:rPr lang="pt-BR" sz="2600" dirty="0">
                <a:latin typeface="Arial"/>
                <a:cs typeface="Arial"/>
              </a:rPr>
              <a:t> </a:t>
            </a:r>
            <a:r>
              <a:rPr lang="pt-BR" sz="2600" dirty="0" err="1">
                <a:latin typeface="Arial"/>
                <a:cs typeface="Arial"/>
              </a:rPr>
              <a:t>elit</a:t>
            </a:r>
            <a:r>
              <a:rPr lang="pt-BR" sz="2600" dirty="0">
                <a:latin typeface="Arial"/>
                <a:cs typeface="Arial"/>
              </a:rPr>
              <a:t> </a:t>
            </a:r>
            <a:r>
              <a:rPr lang="pt-BR" sz="2600" dirty="0" err="1">
                <a:latin typeface="Arial"/>
                <a:cs typeface="Arial"/>
              </a:rPr>
              <a:t>vulputate</a:t>
            </a:r>
            <a:r>
              <a:rPr lang="pt-BR" sz="2600" dirty="0">
                <a:latin typeface="Arial"/>
                <a:cs typeface="Arial"/>
              </a:rPr>
              <a:t> </a:t>
            </a:r>
            <a:r>
              <a:rPr lang="pt-BR" sz="2600" dirty="0" err="1">
                <a:latin typeface="Arial"/>
                <a:cs typeface="Arial"/>
              </a:rPr>
              <a:t>vel</a:t>
            </a:r>
            <a:r>
              <a:rPr lang="pt-BR" sz="2600" dirty="0">
                <a:latin typeface="Arial"/>
                <a:cs typeface="Arial"/>
              </a:rPr>
              <a:t> </a:t>
            </a:r>
            <a:r>
              <a:rPr lang="pt-BR" sz="2600" dirty="0" err="1">
                <a:latin typeface="Arial"/>
                <a:cs typeface="Arial"/>
              </a:rPr>
              <a:t>consequat</a:t>
            </a:r>
            <a:r>
              <a:rPr lang="pt-BR" sz="2600" dirty="0">
                <a:latin typeface="Arial"/>
                <a:cs typeface="Arial"/>
              </a:rPr>
              <a:t>, </a:t>
            </a:r>
            <a:r>
              <a:rPr lang="pt-BR" sz="2600" dirty="0" err="1">
                <a:latin typeface="Arial"/>
                <a:cs typeface="Arial"/>
              </a:rPr>
              <a:t>primis</a:t>
            </a:r>
            <a:r>
              <a:rPr lang="pt-BR" sz="2600" dirty="0">
                <a:latin typeface="Arial"/>
                <a:cs typeface="Arial"/>
              </a:rPr>
              <a:t> </a:t>
            </a:r>
            <a:r>
              <a:rPr lang="pt-BR" sz="2600" dirty="0" err="1">
                <a:latin typeface="Arial"/>
                <a:cs typeface="Arial"/>
              </a:rPr>
              <a:t>sagittis</a:t>
            </a:r>
            <a:r>
              <a:rPr lang="pt-BR" sz="2600" dirty="0">
                <a:latin typeface="Arial"/>
                <a:cs typeface="Arial"/>
              </a:rPr>
              <a:t> </a:t>
            </a:r>
            <a:r>
              <a:rPr lang="pt-BR" sz="2600" dirty="0" err="1">
                <a:latin typeface="Arial"/>
                <a:cs typeface="Arial"/>
              </a:rPr>
              <a:t>maecenas</a:t>
            </a:r>
            <a:r>
              <a:rPr lang="pt-BR" sz="2600" dirty="0">
                <a:latin typeface="Arial"/>
                <a:cs typeface="Arial"/>
              </a:rPr>
              <a:t> magna </a:t>
            </a:r>
            <a:r>
              <a:rPr lang="pt-BR" sz="2600" dirty="0" err="1">
                <a:latin typeface="Arial"/>
                <a:cs typeface="Arial"/>
              </a:rPr>
              <a:t>suspendisse</a:t>
            </a:r>
            <a:r>
              <a:rPr lang="pt-BR" sz="2600" dirty="0">
                <a:latin typeface="Arial"/>
                <a:cs typeface="Arial"/>
              </a:rPr>
              <a:t> </a:t>
            </a:r>
            <a:r>
              <a:rPr lang="pt-BR" sz="2600" dirty="0" err="1">
                <a:latin typeface="Arial"/>
                <a:cs typeface="Arial"/>
              </a:rPr>
              <a:t>porttitor</a:t>
            </a:r>
            <a:r>
              <a:rPr lang="pt-BR" sz="2600" dirty="0">
                <a:latin typeface="Arial"/>
                <a:cs typeface="Arial"/>
              </a:rPr>
              <a:t> magna, Figura 4.</a:t>
            </a:r>
          </a:p>
        </p:txBody>
      </p:sp>
      <p:sp>
        <p:nvSpPr>
          <p:cNvPr id="2081" name="Rectangle 45">
            <a:extLst>
              <a:ext uri="{FF2B5EF4-FFF2-40B4-BE49-F238E27FC236}">
                <a16:creationId xmlns:a16="http://schemas.microsoft.com/office/drawing/2014/main" id="{78497288-49DB-0613-33E2-33EB7C1EE073}"/>
              </a:ext>
            </a:extLst>
          </p:cNvPr>
          <p:cNvSpPr>
            <a:spLocks noChangeArrowheads="1"/>
          </p:cNvSpPr>
          <p:nvPr/>
        </p:nvSpPr>
        <p:spPr bwMode="auto">
          <a:xfrm>
            <a:off x="0" y="0"/>
            <a:ext cx="28803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pt-BR" altLang="pt-BR"/>
          </a:p>
        </p:txBody>
      </p:sp>
      <p:sp>
        <p:nvSpPr>
          <p:cNvPr id="2082" name="Rectangle 3678">
            <a:extLst>
              <a:ext uri="{FF2B5EF4-FFF2-40B4-BE49-F238E27FC236}">
                <a16:creationId xmlns:a16="http://schemas.microsoft.com/office/drawing/2014/main" id="{086E1997-98FA-4826-E91C-DEB9C448C025}"/>
              </a:ext>
            </a:extLst>
          </p:cNvPr>
          <p:cNvSpPr>
            <a:spLocks noChangeArrowheads="1"/>
          </p:cNvSpPr>
          <p:nvPr/>
        </p:nvSpPr>
        <p:spPr bwMode="auto">
          <a:xfrm>
            <a:off x="14943138" y="5691188"/>
            <a:ext cx="12558712" cy="42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9888" tIns="134944" rIns="269888" bIns="134944" anchor="t">
            <a:spAutoFit/>
          </a:bodyPr>
          <a:lstStyle>
            <a:lvl1pPr indent="330200">
              <a:defRPr sz="1700">
                <a:solidFill>
                  <a:schemeClr val="tx1"/>
                </a:solidFill>
                <a:latin typeface="Times New Roman" panose="02020603050405020304" pitchFamily="18" charset="0"/>
              </a:defRPr>
            </a:lvl1pPr>
            <a:lvl2pPr marL="742950" indent="-285750">
              <a:defRPr sz="1700">
                <a:solidFill>
                  <a:schemeClr val="tx1"/>
                </a:solidFill>
                <a:latin typeface="Times New Roman" panose="02020603050405020304" pitchFamily="18" charset="0"/>
              </a:defRPr>
            </a:lvl2pPr>
            <a:lvl3pPr marL="1143000" indent="-228600">
              <a:defRPr sz="1700">
                <a:solidFill>
                  <a:schemeClr val="tx1"/>
                </a:solidFill>
                <a:latin typeface="Times New Roman" panose="02020603050405020304" pitchFamily="18" charset="0"/>
              </a:defRPr>
            </a:lvl3pPr>
            <a:lvl4pPr marL="1600200" indent="-228600">
              <a:defRPr sz="1700">
                <a:solidFill>
                  <a:schemeClr val="tx1"/>
                </a:solidFill>
                <a:latin typeface="Times New Roman" panose="02020603050405020304" pitchFamily="18" charset="0"/>
              </a:defRPr>
            </a:lvl4pPr>
            <a:lvl5pPr marL="2057400" indent="-228600">
              <a:defRPr sz="1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700">
                <a:solidFill>
                  <a:schemeClr val="tx1"/>
                </a:solidFill>
                <a:latin typeface="Times New Roman" panose="02020603050405020304" pitchFamily="18" charset="0"/>
              </a:defRPr>
            </a:lvl9pPr>
          </a:lstStyle>
          <a:p>
            <a:pPr algn="just"/>
            <a:r>
              <a:rPr lang="pt-BR" altLang="pt-BR" sz="2600" dirty="0">
                <a:highlight>
                  <a:srgbClr val="FFFF00"/>
                </a:highlight>
                <a:latin typeface="Arial"/>
                <a:cs typeface="Arial"/>
              </a:rPr>
              <a:t>Aqui insira os principais resultados alcançados evidencie os resultados das métricas de avaliação de acordo com a RFC. Além disso, pode inserir a principal tela desenvolvida, como na </a:t>
            </a:r>
            <a:r>
              <a:rPr lang="pt-BR" sz="2600" dirty="0">
                <a:highlight>
                  <a:srgbClr val="FFFF00"/>
                </a:highlight>
                <a:latin typeface="Arial"/>
                <a:cs typeface="Arial"/>
              </a:rPr>
              <a:t>Figura 3</a:t>
            </a:r>
            <a:r>
              <a:rPr lang="pt-BR" altLang="pt-BR" sz="2600" dirty="0">
                <a:highlight>
                  <a:srgbClr val="FFFF00"/>
                </a:highlight>
                <a:latin typeface="Arial"/>
                <a:cs typeface="Arial"/>
              </a:rPr>
              <a:t>. Lembre-se de anonimizar dados ou popular seu banco de dados com dados fictícios. Se seu projeto segue alguma diretriz de algum padrão, norma ou boa prática, mencione aqui. Elenque quais testes (TDD) foram utilizados durante o desenvolvimento. Destaque metodologias ágeis, técnicas de versionamento de código fonte, automação (CI/CD), hospedagem em nuvem, armazenamento de arquivos em nuvem. Utilização do </a:t>
            </a:r>
            <a:r>
              <a:rPr lang="pt-BR" altLang="pt-BR" sz="2600" i="1" dirty="0">
                <a:highlight>
                  <a:srgbClr val="FFFF00"/>
                </a:highlight>
                <a:latin typeface="Arial"/>
                <a:cs typeface="Arial"/>
              </a:rPr>
              <a:t>Sonar Cloud</a:t>
            </a:r>
            <a:r>
              <a:rPr lang="pt-BR" altLang="pt-BR" sz="2600" dirty="0">
                <a:highlight>
                  <a:srgbClr val="FFFF00"/>
                </a:highlight>
                <a:latin typeface="Arial"/>
                <a:cs typeface="Arial"/>
              </a:rPr>
              <a:t>. Mencione boas práticas de design e segurança que foram implementadas. Descreva brevemente o ambiente de implantação.</a:t>
            </a:r>
          </a:p>
        </p:txBody>
      </p:sp>
      <p:pic>
        <p:nvPicPr>
          <p:cNvPr id="2083" name="Picture 155" descr="Diagrama&#10;&#10;O conteúdo gerado por IA pode estar incorreto.">
            <a:extLst>
              <a:ext uri="{FF2B5EF4-FFF2-40B4-BE49-F238E27FC236}">
                <a16:creationId xmlns:a16="http://schemas.microsoft.com/office/drawing/2014/main" id="{AA245D53-42B7-45C5-CC3E-B08B9F162527}"/>
              </a:ext>
            </a:extLst>
          </p:cNvPr>
          <p:cNvPicPr>
            <a:picLocks noChangeAspect="1" noChangeArrowheads="1"/>
          </p:cNvPicPr>
          <p:nvPr/>
        </p:nvPicPr>
        <p:blipFill>
          <a:blip r:embed="rId4"/>
          <a:srcRect/>
          <a:stretch>
            <a:fillRect/>
          </a:stretch>
        </p:blipFill>
        <p:spPr bwMode="auto">
          <a:xfrm>
            <a:off x="2588656" y="17432407"/>
            <a:ext cx="10733691" cy="553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4" name="Imagem 4" descr="Diagrama&#10;&#10;O conteúdo gerado por IA pode estar incorreto.">
            <a:extLst>
              <a:ext uri="{FF2B5EF4-FFF2-40B4-BE49-F238E27FC236}">
                <a16:creationId xmlns:a16="http://schemas.microsoft.com/office/drawing/2014/main" id="{F6A790D9-6CDE-1AEB-A834-B0D1A78D27F7}"/>
              </a:ext>
            </a:extLst>
          </p:cNvPr>
          <p:cNvPicPr>
            <a:picLocks noChangeAspect="1"/>
          </p:cNvPicPr>
          <p:nvPr/>
        </p:nvPicPr>
        <p:blipFill>
          <a:blip r:embed="rId5"/>
          <a:srcRect/>
          <a:stretch>
            <a:fillRect/>
          </a:stretch>
        </p:blipFill>
        <p:spPr bwMode="auto">
          <a:xfrm>
            <a:off x="4249397" y="25630250"/>
            <a:ext cx="6496427" cy="7098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5" name="Picture 159" descr="Tela de celular com publicação numa rede social&#10;&#10;O conteúdo gerado por IA pode estar incorreto.">
            <a:extLst>
              <a:ext uri="{FF2B5EF4-FFF2-40B4-BE49-F238E27FC236}">
                <a16:creationId xmlns:a16="http://schemas.microsoft.com/office/drawing/2014/main" id="{C3AA8AD6-07A5-9665-4ED9-73EC76971177}"/>
              </a:ext>
            </a:extLst>
          </p:cNvPr>
          <p:cNvPicPr>
            <a:picLocks noChangeAspect="1" noChangeArrowheads="1"/>
          </p:cNvPicPr>
          <p:nvPr/>
        </p:nvPicPr>
        <p:blipFill>
          <a:blip r:embed="rId6"/>
          <a:srcRect/>
          <a:stretch>
            <a:fillRect/>
          </a:stretch>
        </p:blipFill>
        <p:spPr bwMode="auto">
          <a:xfrm>
            <a:off x="15343543" y="11167628"/>
            <a:ext cx="12046235" cy="59253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Lst>
        </p:spPr>
      </p:pic>
      <p:pic>
        <p:nvPicPr>
          <p:cNvPr id="3" name="Imagem 2">
            <a:extLst>
              <a:ext uri="{FF2B5EF4-FFF2-40B4-BE49-F238E27FC236}">
                <a16:creationId xmlns:a16="http://schemas.microsoft.com/office/drawing/2014/main" id="{FB9F79B1-456E-DB16-F44D-EEAD2D29425B}"/>
              </a:ext>
            </a:extLst>
          </p:cNvPr>
          <p:cNvPicPr>
            <a:picLocks noChangeAspect="1"/>
          </p:cNvPicPr>
          <p:nvPr/>
        </p:nvPicPr>
        <p:blipFill>
          <a:blip r:embed="rId7"/>
          <a:stretch>
            <a:fillRect/>
          </a:stretch>
        </p:blipFill>
        <p:spPr>
          <a:xfrm>
            <a:off x="19476590" y="19797580"/>
            <a:ext cx="4396757" cy="4512190"/>
          </a:xfrm>
          <a:prstGeom prst="rect">
            <a:avLst/>
          </a:prstGeom>
        </p:spPr>
      </p:pic>
      <p:sp>
        <p:nvSpPr>
          <p:cNvPr id="5" name="Text Box 3655">
            <a:extLst>
              <a:ext uri="{FF2B5EF4-FFF2-40B4-BE49-F238E27FC236}">
                <a16:creationId xmlns:a16="http://schemas.microsoft.com/office/drawing/2014/main" id="{3FEC9E48-269F-9788-BB7B-69DFE4E79634}"/>
              </a:ext>
            </a:extLst>
          </p:cNvPr>
          <p:cNvSpPr txBox="1">
            <a:spLocks noChangeArrowheads="1"/>
          </p:cNvSpPr>
          <p:nvPr/>
        </p:nvSpPr>
        <p:spPr bwMode="auto">
          <a:xfrm>
            <a:off x="16990215" y="19648463"/>
            <a:ext cx="92741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defTabSz="615950">
              <a:defRPr sz="1700">
                <a:solidFill>
                  <a:schemeClr val="tx1"/>
                </a:solidFill>
                <a:latin typeface="Times New Roman" panose="02020603050405020304" pitchFamily="18" charset="0"/>
              </a:defRPr>
            </a:lvl1pPr>
            <a:lvl2pPr marL="742950" indent="-285750" defTabSz="615950">
              <a:defRPr sz="1700">
                <a:solidFill>
                  <a:schemeClr val="tx1"/>
                </a:solidFill>
                <a:latin typeface="Times New Roman" panose="02020603050405020304" pitchFamily="18" charset="0"/>
              </a:defRPr>
            </a:lvl2pPr>
            <a:lvl3pPr marL="1143000" indent="-228600" defTabSz="615950">
              <a:defRPr sz="1700">
                <a:solidFill>
                  <a:schemeClr val="tx1"/>
                </a:solidFill>
                <a:latin typeface="Times New Roman" panose="02020603050405020304" pitchFamily="18" charset="0"/>
              </a:defRPr>
            </a:lvl3pPr>
            <a:lvl4pPr marL="1600200" indent="-228600" defTabSz="615950">
              <a:defRPr sz="1700">
                <a:solidFill>
                  <a:schemeClr val="tx1"/>
                </a:solidFill>
                <a:latin typeface="Times New Roman" panose="02020603050405020304" pitchFamily="18" charset="0"/>
              </a:defRPr>
            </a:lvl4pPr>
            <a:lvl5pPr marL="2057400" indent="-228600" defTabSz="615950">
              <a:defRPr sz="1700">
                <a:solidFill>
                  <a:schemeClr val="tx1"/>
                </a:solidFill>
                <a:latin typeface="Times New Roman" panose="02020603050405020304" pitchFamily="18" charset="0"/>
              </a:defRPr>
            </a:lvl5pPr>
            <a:lvl6pPr marL="2514600" indent="-228600" defTabSz="615950" eaLnBrk="0" fontAlgn="base" hangingPunct="0">
              <a:spcBef>
                <a:spcPct val="0"/>
              </a:spcBef>
              <a:spcAft>
                <a:spcPct val="0"/>
              </a:spcAft>
              <a:defRPr sz="1700">
                <a:solidFill>
                  <a:schemeClr val="tx1"/>
                </a:solidFill>
                <a:latin typeface="Times New Roman" panose="02020603050405020304" pitchFamily="18" charset="0"/>
              </a:defRPr>
            </a:lvl6pPr>
            <a:lvl7pPr marL="2971800" indent="-228600" defTabSz="615950" eaLnBrk="0" fontAlgn="base" hangingPunct="0">
              <a:spcBef>
                <a:spcPct val="0"/>
              </a:spcBef>
              <a:spcAft>
                <a:spcPct val="0"/>
              </a:spcAft>
              <a:defRPr sz="1700">
                <a:solidFill>
                  <a:schemeClr val="tx1"/>
                </a:solidFill>
                <a:latin typeface="Times New Roman" panose="02020603050405020304" pitchFamily="18" charset="0"/>
              </a:defRPr>
            </a:lvl7pPr>
            <a:lvl8pPr marL="3429000" indent="-228600" defTabSz="615950" eaLnBrk="0" fontAlgn="base" hangingPunct="0">
              <a:spcBef>
                <a:spcPct val="0"/>
              </a:spcBef>
              <a:spcAft>
                <a:spcPct val="0"/>
              </a:spcAft>
              <a:defRPr sz="1700">
                <a:solidFill>
                  <a:schemeClr val="tx1"/>
                </a:solidFill>
                <a:latin typeface="Times New Roman" panose="02020603050405020304" pitchFamily="18" charset="0"/>
              </a:defRPr>
            </a:lvl8pPr>
            <a:lvl9pPr marL="3886200" indent="-228600" defTabSz="615950" eaLnBrk="0" fontAlgn="base" hangingPunct="0">
              <a:spcBef>
                <a:spcPct val="0"/>
              </a:spcBef>
              <a:spcAft>
                <a:spcPct val="0"/>
              </a:spcAft>
              <a:defRPr sz="1700">
                <a:solidFill>
                  <a:schemeClr val="tx1"/>
                </a:solidFill>
                <a:latin typeface="Times New Roman" panose="02020603050405020304" pitchFamily="18" charset="0"/>
              </a:defRPr>
            </a:lvl9pPr>
          </a:lstStyle>
          <a:p>
            <a:pPr algn="ctr"/>
            <a:r>
              <a:rPr lang="pt-BR" altLang="pt-BR" sz="2000" dirty="0">
                <a:latin typeface="Arial"/>
                <a:cs typeface="Arial"/>
              </a:rPr>
              <a:t>Figura 4– QR </a:t>
            </a:r>
            <a:r>
              <a:rPr lang="pt-BR" altLang="pt-BR" sz="2000" dirty="0" err="1">
                <a:latin typeface="Arial"/>
                <a:cs typeface="Arial"/>
              </a:rPr>
              <a:t>Code</a:t>
            </a:r>
            <a:r>
              <a:rPr lang="pt-BR" altLang="pt-BR" sz="2000" dirty="0">
                <a:latin typeface="Arial"/>
                <a:cs typeface="Arial"/>
              </a:rPr>
              <a:t> para acesso a aplicação.</a:t>
            </a:r>
            <a:endParaRPr lang="pt-BR" altLang="pt-BR" sz="2000" b="1"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Apresentação em branco">
  <a:themeElements>
    <a:clrScheme name="Apresentação em branc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presentação em branco">
      <a:majorFont>
        <a:latin typeface="Times New Roman"/>
        <a:ea typeface=""/>
        <a:cs typeface=""/>
      </a:majorFont>
      <a:minorFont>
        <a:latin typeface="Times New Roman"/>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5875" cap="flat" cmpd="sng" algn="ctr">
          <a:solidFill>
            <a:srgbClr val="FF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2930525" rtl="0" eaLnBrk="0" fontAlgn="base" latinLnBrk="0" hangingPunct="0">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5875" cap="flat" cmpd="sng" algn="ctr">
          <a:solidFill>
            <a:srgbClr val="FF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2930525" rtl="0" eaLnBrk="0" fontAlgn="base" latinLnBrk="0" hangingPunct="0">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Apresentação em branc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presentação em branc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presentação em branco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presentação em branco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presentação em branc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presentação em branc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presentação em branc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3724</TotalTime>
  <Words>816</Words>
  <Application>Microsoft Office PowerPoint</Application>
  <PresentationFormat>Personalizar</PresentationFormat>
  <Paragraphs>33</Paragraphs>
  <Slides>1</Slides>
  <Notes>1</Notes>
  <HiddenSlides>0</HiddenSlides>
  <MMClips>0</MMClips>
  <ScaleCrop>false</ScaleCrop>
  <HeadingPairs>
    <vt:vector size="4" baseType="variant">
      <vt:variant>
        <vt:lpstr>Tema</vt:lpstr>
      </vt:variant>
      <vt:variant>
        <vt:i4>1</vt:i4>
      </vt:variant>
      <vt:variant>
        <vt:lpstr>Títulos de slides</vt:lpstr>
      </vt:variant>
      <vt:variant>
        <vt:i4>1</vt:i4>
      </vt:variant>
    </vt:vector>
  </HeadingPairs>
  <TitlesOfParts>
    <vt:vector size="2" baseType="lpstr">
      <vt:lpstr>Apresentação em branco</vt:lpstr>
      <vt:lpstr>Apresentação do PowerPoint</vt:lpstr>
    </vt:vector>
  </TitlesOfParts>
  <Company>Verran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Banner</dc:title>
  <dc:creator>Dalla Valentina</dc:creator>
  <cp:lastModifiedBy>Mauricio Henning</cp:lastModifiedBy>
  <cp:revision>454</cp:revision>
  <cp:lastPrinted>2004-11-22T18:36:17Z</cp:lastPrinted>
  <dcterms:created xsi:type="dcterms:W3CDTF">2004-11-18T16:43:55Z</dcterms:created>
  <dcterms:modified xsi:type="dcterms:W3CDTF">2025-11-04T18:25:40Z</dcterms:modified>
</cp:coreProperties>
</file>